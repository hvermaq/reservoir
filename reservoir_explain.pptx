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>
        <p:scale>
          <a:sx n="70" d="100"/>
          <a:sy n="70" d="100"/>
        </p:scale>
        <p:origin x="2176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E81DEA-6B67-4693-BAD1-E2A580958D3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E6CF195-B68D-4751-8964-1539653B2DD7}">
      <dgm:prSet/>
      <dgm:spPr/>
      <dgm:t>
        <a:bodyPr/>
        <a:lstStyle/>
        <a:p>
          <a:r>
            <a:rPr lang="en-US"/>
            <a:t>Prepare data	</a:t>
          </a:r>
        </a:p>
      </dgm:t>
    </dgm:pt>
    <dgm:pt modelId="{31FF3495-857F-457C-9664-5529737B790D}" type="parTrans" cxnId="{8EDF3426-8271-4976-BDEC-3068EE438219}">
      <dgm:prSet/>
      <dgm:spPr/>
      <dgm:t>
        <a:bodyPr/>
        <a:lstStyle/>
        <a:p>
          <a:endParaRPr lang="en-US"/>
        </a:p>
      </dgm:t>
    </dgm:pt>
    <dgm:pt modelId="{D9A6FB17-5C45-4B65-ABFF-4DED35D6820B}" type="sibTrans" cxnId="{8EDF3426-8271-4976-BDEC-3068EE438219}">
      <dgm:prSet/>
      <dgm:spPr/>
      <dgm:t>
        <a:bodyPr/>
        <a:lstStyle/>
        <a:p>
          <a:endParaRPr lang="en-US"/>
        </a:p>
      </dgm:t>
    </dgm:pt>
    <dgm:pt modelId="{E5B6E33C-C2F0-4BB4-8038-98953CFF3A3C}">
      <dgm:prSet/>
      <dgm:spPr/>
      <dgm:t>
        <a:bodyPr/>
        <a:lstStyle/>
        <a:p>
          <a:r>
            <a:rPr lang="en-US"/>
            <a:t>Historical data from optiondata.org for major tickers from 2013.</a:t>
          </a:r>
        </a:p>
      </dgm:t>
    </dgm:pt>
    <dgm:pt modelId="{01C911F6-6FE3-4481-AAA1-409B3C62FE70}" type="parTrans" cxnId="{F8E52A5E-891F-450C-A177-6AA5AFCBF4CD}">
      <dgm:prSet/>
      <dgm:spPr/>
      <dgm:t>
        <a:bodyPr/>
        <a:lstStyle/>
        <a:p>
          <a:endParaRPr lang="en-US"/>
        </a:p>
      </dgm:t>
    </dgm:pt>
    <dgm:pt modelId="{BD782EFF-0472-40F3-A91B-486865A97568}" type="sibTrans" cxnId="{F8E52A5E-891F-450C-A177-6AA5AFCBF4CD}">
      <dgm:prSet/>
      <dgm:spPr/>
      <dgm:t>
        <a:bodyPr/>
        <a:lstStyle/>
        <a:p>
          <a:endParaRPr lang="en-US"/>
        </a:p>
      </dgm:t>
    </dgm:pt>
    <dgm:pt modelId="{BA0CC4E0-194E-4657-B9A8-B5347108053F}">
      <dgm:prSet/>
      <dgm:spPr/>
      <dgm:t>
        <a:bodyPr/>
        <a:lstStyle/>
        <a:p>
          <a:r>
            <a:rPr lang="en-US"/>
            <a:t>Select liquid ticker such as AAPL, set baseline price using B-S formula</a:t>
          </a:r>
        </a:p>
      </dgm:t>
    </dgm:pt>
    <dgm:pt modelId="{623CB569-EAAF-40CE-8518-A78A22FE375D}" type="parTrans" cxnId="{A7AEB431-119E-48F9-B40C-E613A99D906A}">
      <dgm:prSet/>
      <dgm:spPr/>
      <dgm:t>
        <a:bodyPr/>
        <a:lstStyle/>
        <a:p>
          <a:endParaRPr lang="en-US"/>
        </a:p>
      </dgm:t>
    </dgm:pt>
    <dgm:pt modelId="{FFA069C4-AD40-4BB3-AC31-C8F0B3844B25}" type="sibTrans" cxnId="{A7AEB431-119E-48F9-B40C-E613A99D906A}">
      <dgm:prSet/>
      <dgm:spPr/>
      <dgm:t>
        <a:bodyPr/>
        <a:lstStyle/>
        <a:p>
          <a:endParaRPr lang="en-US"/>
        </a:p>
      </dgm:t>
    </dgm:pt>
    <dgm:pt modelId="{FD8A9B6C-08CE-4C68-B346-B616120C71AE}">
      <dgm:prSet/>
      <dgm:spPr/>
      <dgm:t>
        <a:bodyPr/>
        <a:lstStyle/>
        <a:p>
          <a:r>
            <a:rPr lang="en-US"/>
            <a:t>Create prediction dataset by defining windows on deviations from B-S</a:t>
          </a:r>
        </a:p>
      </dgm:t>
    </dgm:pt>
    <dgm:pt modelId="{DA8AC452-59FA-4B77-BEB7-1C391E466942}" type="parTrans" cxnId="{55E8BA6F-49F1-4A63-9FC5-B161B576F36C}">
      <dgm:prSet/>
      <dgm:spPr/>
      <dgm:t>
        <a:bodyPr/>
        <a:lstStyle/>
        <a:p>
          <a:endParaRPr lang="en-US"/>
        </a:p>
      </dgm:t>
    </dgm:pt>
    <dgm:pt modelId="{7F11ED4A-5779-4AA8-A232-50BB09A0C152}" type="sibTrans" cxnId="{55E8BA6F-49F1-4A63-9FC5-B161B576F36C}">
      <dgm:prSet/>
      <dgm:spPr/>
      <dgm:t>
        <a:bodyPr/>
        <a:lstStyle/>
        <a:p>
          <a:endParaRPr lang="en-US"/>
        </a:p>
      </dgm:t>
    </dgm:pt>
    <dgm:pt modelId="{F380503A-4561-4802-9ADC-2D2773CB4A35}">
      <dgm:prSet/>
      <dgm:spPr/>
      <dgm:t>
        <a:bodyPr/>
        <a:lstStyle/>
        <a:p>
          <a:r>
            <a:rPr lang="en-US"/>
            <a:t>Create reservoir</a:t>
          </a:r>
        </a:p>
      </dgm:t>
    </dgm:pt>
    <dgm:pt modelId="{53092870-80B6-4D9C-842C-DF3494C57547}" type="parTrans" cxnId="{4A58448D-8D74-4C67-AF59-71C60FE1E3E6}">
      <dgm:prSet/>
      <dgm:spPr/>
      <dgm:t>
        <a:bodyPr/>
        <a:lstStyle/>
        <a:p>
          <a:endParaRPr lang="en-US"/>
        </a:p>
      </dgm:t>
    </dgm:pt>
    <dgm:pt modelId="{4496B895-D2C0-44C9-A1D0-B9BD8FD19186}" type="sibTrans" cxnId="{4A58448D-8D74-4C67-AF59-71C60FE1E3E6}">
      <dgm:prSet/>
      <dgm:spPr/>
      <dgm:t>
        <a:bodyPr/>
        <a:lstStyle/>
        <a:p>
          <a:endParaRPr lang="en-US"/>
        </a:p>
      </dgm:t>
    </dgm:pt>
    <dgm:pt modelId="{8FDDCA60-A858-4A6F-A70E-0A3F9C69E911}">
      <dgm:prSet/>
      <dgm:spPr/>
      <dgm:t>
        <a:bodyPr/>
        <a:lstStyle/>
        <a:p>
          <a:r>
            <a:rPr lang="en-US"/>
            <a:t>Create reservoir with flexible input memory and washout</a:t>
          </a:r>
        </a:p>
      </dgm:t>
    </dgm:pt>
    <dgm:pt modelId="{6E638D85-8B8D-431B-AC34-907357880317}" type="parTrans" cxnId="{82CEF82F-D2DE-4A08-BB8C-7B3F958C98DB}">
      <dgm:prSet/>
      <dgm:spPr/>
      <dgm:t>
        <a:bodyPr/>
        <a:lstStyle/>
        <a:p>
          <a:endParaRPr lang="en-US"/>
        </a:p>
      </dgm:t>
    </dgm:pt>
    <dgm:pt modelId="{80481467-9518-480F-B097-28FA21769A59}" type="sibTrans" cxnId="{82CEF82F-D2DE-4A08-BB8C-7B3F958C98DB}">
      <dgm:prSet/>
      <dgm:spPr/>
      <dgm:t>
        <a:bodyPr/>
        <a:lstStyle/>
        <a:p>
          <a:endParaRPr lang="en-US"/>
        </a:p>
      </dgm:t>
    </dgm:pt>
    <dgm:pt modelId="{45030C8E-5CDC-46D5-A4BF-D8A6697161E9}">
      <dgm:prSet/>
      <dgm:spPr/>
      <dgm:t>
        <a:bodyPr/>
        <a:lstStyle/>
        <a:p>
          <a:r>
            <a:rPr lang="en-US"/>
            <a:t>Add final classical layer for inference</a:t>
          </a:r>
        </a:p>
      </dgm:t>
    </dgm:pt>
    <dgm:pt modelId="{5D81D95C-44C8-4610-A6FA-4858F56F5D4D}" type="parTrans" cxnId="{24A6D7AA-8922-42DC-99E8-6C3408411DD6}">
      <dgm:prSet/>
      <dgm:spPr/>
      <dgm:t>
        <a:bodyPr/>
        <a:lstStyle/>
        <a:p>
          <a:endParaRPr lang="en-US"/>
        </a:p>
      </dgm:t>
    </dgm:pt>
    <dgm:pt modelId="{257260DD-2C68-4469-8C17-CFEA4A5AD518}" type="sibTrans" cxnId="{24A6D7AA-8922-42DC-99E8-6C3408411DD6}">
      <dgm:prSet/>
      <dgm:spPr/>
      <dgm:t>
        <a:bodyPr/>
        <a:lstStyle/>
        <a:p>
          <a:endParaRPr lang="en-US"/>
        </a:p>
      </dgm:t>
    </dgm:pt>
    <dgm:pt modelId="{FB496EA4-26AB-4269-B996-5B4ADE5066C3}">
      <dgm:prSet/>
      <dgm:spPr/>
      <dgm:t>
        <a:bodyPr/>
        <a:lstStyle/>
        <a:p>
          <a:r>
            <a:rPr lang="en-US"/>
            <a:t>Results using multiprocessing</a:t>
          </a:r>
        </a:p>
      </dgm:t>
    </dgm:pt>
    <dgm:pt modelId="{E0F0072A-37DC-4286-916C-4F4FF5EEF3F8}" type="parTrans" cxnId="{6344D863-D4D5-4FBA-B3D4-44757AB197F4}">
      <dgm:prSet/>
      <dgm:spPr/>
      <dgm:t>
        <a:bodyPr/>
        <a:lstStyle/>
        <a:p>
          <a:endParaRPr lang="en-US"/>
        </a:p>
      </dgm:t>
    </dgm:pt>
    <dgm:pt modelId="{602CAD56-F797-4F5E-BA96-0A9C092CC77C}" type="sibTrans" cxnId="{6344D863-D4D5-4FBA-B3D4-44757AB197F4}">
      <dgm:prSet/>
      <dgm:spPr/>
      <dgm:t>
        <a:bodyPr/>
        <a:lstStyle/>
        <a:p>
          <a:endParaRPr lang="en-US"/>
        </a:p>
      </dgm:t>
    </dgm:pt>
    <dgm:pt modelId="{E39DF508-DD38-4ABE-AE46-EB6EE5693313}">
      <dgm:prSet/>
      <dgm:spPr/>
      <dgm:t>
        <a:bodyPr/>
        <a:lstStyle/>
        <a:p>
          <a:r>
            <a:rPr lang="en-US"/>
            <a:t>Train and plot loss curves for different memory sizes, allowed local fields</a:t>
          </a:r>
        </a:p>
      </dgm:t>
    </dgm:pt>
    <dgm:pt modelId="{822EE279-FF03-4F7F-B8D2-D4F8F5977186}" type="parTrans" cxnId="{D1331028-72CC-4110-81B7-A76D192A0BEA}">
      <dgm:prSet/>
      <dgm:spPr/>
      <dgm:t>
        <a:bodyPr/>
        <a:lstStyle/>
        <a:p>
          <a:endParaRPr lang="en-US"/>
        </a:p>
      </dgm:t>
    </dgm:pt>
    <dgm:pt modelId="{1E026508-6633-433D-AF95-49C520A5A6EC}" type="sibTrans" cxnId="{D1331028-72CC-4110-81B7-A76D192A0BEA}">
      <dgm:prSet/>
      <dgm:spPr/>
      <dgm:t>
        <a:bodyPr/>
        <a:lstStyle/>
        <a:p>
          <a:endParaRPr lang="en-US"/>
        </a:p>
      </dgm:t>
    </dgm:pt>
    <dgm:pt modelId="{7F04E81B-2F78-4B7C-8DC9-E04C8B7A93F0}">
      <dgm:prSet/>
      <dgm:spPr/>
      <dgm:t>
        <a:bodyPr/>
        <a:lstStyle/>
        <a:p>
          <a:r>
            <a:rPr lang="en-US"/>
            <a:t>Interactions modelled by Hamiltonians such as TFIM, Heisenberg model</a:t>
          </a:r>
        </a:p>
      </dgm:t>
    </dgm:pt>
    <dgm:pt modelId="{12690515-195F-4CA0-BEF7-4AD09FC4668E}" type="parTrans" cxnId="{BDE681E9-F788-4842-A716-703ECB2790BD}">
      <dgm:prSet/>
      <dgm:spPr/>
      <dgm:t>
        <a:bodyPr/>
        <a:lstStyle/>
        <a:p>
          <a:endParaRPr lang="en-US"/>
        </a:p>
      </dgm:t>
    </dgm:pt>
    <dgm:pt modelId="{3B4E0B01-9121-48F5-9C23-85DBC583C103}" type="sibTrans" cxnId="{BDE681E9-F788-4842-A716-703ECB2790BD}">
      <dgm:prSet/>
      <dgm:spPr/>
      <dgm:t>
        <a:bodyPr/>
        <a:lstStyle/>
        <a:p>
          <a:endParaRPr lang="en-US"/>
        </a:p>
      </dgm:t>
    </dgm:pt>
    <dgm:pt modelId="{C8E27C57-98C7-7E42-86B0-DCAC1167EC32}" type="pres">
      <dgm:prSet presAssocID="{DEE81DEA-6B67-4693-BAD1-E2A580958D35}" presName="linear" presStyleCnt="0">
        <dgm:presLayoutVars>
          <dgm:animLvl val="lvl"/>
          <dgm:resizeHandles val="exact"/>
        </dgm:presLayoutVars>
      </dgm:prSet>
      <dgm:spPr/>
    </dgm:pt>
    <dgm:pt modelId="{F9BCEBD6-0F8F-6344-8480-7950A763A331}" type="pres">
      <dgm:prSet presAssocID="{7E6CF195-B68D-4751-8964-1539653B2DD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B6DC88D-C0A1-3D49-8619-13213BBC3579}" type="pres">
      <dgm:prSet presAssocID="{7E6CF195-B68D-4751-8964-1539653B2DD7}" presName="childText" presStyleLbl="revTx" presStyleIdx="0" presStyleCnt="3">
        <dgm:presLayoutVars>
          <dgm:bulletEnabled val="1"/>
        </dgm:presLayoutVars>
      </dgm:prSet>
      <dgm:spPr/>
    </dgm:pt>
    <dgm:pt modelId="{03B00E2B-43FC-6844-AD54-A7670AFD3ACD}" type="pres">
      <dgm:prSet presAssocID="{F380503A-4561-4802-9ADC-2D2773CB4A3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16A9C6A-5315-6F4B-90BE-263A5D54CBDC}" type="pres">
      <dgm:prSet presAssocID="{F380503A-4561-4802-9ADC-2D2773CB4A35}" presName="childText" presStyleLbl="revTx" presStyleIdx="1" presStyleCnt="3">
        <dgm:presLayoutVars>
          <dgm:bulletEnabled val="1"/>
        </dgm:presLayoutVars>
      </dgm:prSet>
      <dgm:spPr/>
    </dgm:pt>
    <dgm:pt modelId="{6B2EBAD6-62C7-3C45-85AE-79428A5B7891}" type="pres">
      <dgm:prSet presAssocID="{FB496EA4-26AB-4269-B996-5B4ADE5066C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A7452A1-35F5-2943-A828-C69351F171C9}" type="pres">
      <dgm:prSet presAssocID="{FB496EA4-26AB-4269-B996-5B4ADE5066C3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8EDF3426-8271-4976-BDEC-3068EE438219}" srcId="{DEE81DEA-6B67-4693-BAD1-E2A580958D35}" destId="{7E6CF195-B68D-4751-8964-1539653B2DD7}" srcOrd="0" destOrd="0" parTransId="{31FF3495-857F-457C-9664-5529737B790D}" sibTransId="{D9A6FB17-5C45-4B65-ABFF-4DED35D6820B}"/>
    <dgm:cxn modelId="{D1331028-72CC-4110-81B7-A76D192A0BEA}" srcId="{FB496EA4-26AB-4269-B996-5B4ADE5066C3}" destId="{E39DF508-DD38-4ABE-AE46-EB6EE5693313}" srcOrd="0" destOrd="0" parTransId="{822EE279-FF03-4F7F-B8D2-D4F8F5977186}" sibTransId="{1E026508-6633-433D-AF95-49C520A5A6EC}"/>
    <dgm:cxn modelId="{82CEF82F-D2DE-4A08-BB8C-7B3F958C98DB}" srcId="{F380503A-4561-4802-9ADC-2D2773CB4A35}" destId="{8FDDCA60-A858-4A6F-A70E-0A3F9C69E911}" srcOrd="0" destOrd="0" parTransId="{6E638D85-8B8D-431B-AC34-907357880317}" sibTransId="{80481467-9518-480F-B097-28FA21769A59}"/>
    <dgm:cxn modelId="{A7AEB431-119E-48F9-B40C-E613A99D906A}" srcId="{7E6CF195-B68D-4751-8964-1539653B2DD7}" destId="{BA0CC4E0-194E-4657-B9A8-B5347108053F}" srcOrd="1" destOrd="0" parTransId="{623CB569-EAAF-40CE-8518-A78A22FE375D}" sibTransId="{FFA069C4-AD40-4BB3-AC31-C8F0B3844B25}"/>
    <dgm:cxn modelId="{E133063C-CCD9-6946-8476-54B81AA18F05}" type="presOf" srcId="{FD8A9B6C-08CE-4C68-B346-B616120C71AE}" destId="{BB6DC88D-C0A1-3D49-8619-13213BBC3579}" srcOrd="0" destOrd="2" presId="urn:microsoft.com/office/officeart/2005/8/layout/vList2"/>
    <dgm:cxn modelId="{7329263E-7A1B-604C-AC56-C973582257B2}" type="presOf" srcId="{E5B6E33C-C2F0-4BB4-8038-98953CFF3A3C}" destId="{BB6DC88D-C0A1-3D49-8619-13213BBC3579}" srcOrd="0" destOrd="0" presId="urn:microsoft.com/office/officeart/2005/8/layout/vList2"/>
    <dgm:cxn modelId="{F8E52A5E-891F-450C-A177-6AA5AFCBF4CD}" srcId="{7E6CF195-B68D-4751-8964-1539653B2DD7}" destId="{E5B6E33C-C2F0-4BB4-8038-98953CFF3A3C}" srcOrd="0" destOrd="0" parTransId="{01C911F6-6FE3-4481-AAA1-409B3C62FE70}" sibTransId="{BD782EFF-0472-40F3-A91B-486865A97568}"/>
    <dgm:cxn modelId="{67AC9563-F50D-2446-A27A-F84C4F021E21}" type="presOf" srcId="{7F04E81B-2F78-4B7C-8DC9-E04C8B7A93F0}" destId="{4A7452A1-35F5-2943-A828-C69351F171C9}" srcOrd="0" destOrd="1" presId="urn:microsoft.com/office/officeart/2005/8/layout/vList2"/>
    <dgm:cxn modelId="{6344D863-D4D5-4FBA-B3D4-44757AB197F4}" srcId="{DEE81DEA-6B67-4693-BAD1-E2A580958D35}" destId="{FB496EA4-26AB-4269-B996-5B4ADE5066C3}" srcOrd="2" destOrd="0" parTransId="{E0F0072A-37DC-4286-916C-4F4FF5EEF3F8}" sibTransId="{602CAD56-F797-4F5E-BA96-0A9C092CC77C}"/>
    <dgm:cxn modelId="{1469FA6E-AEF2-DE46-8244-CD5D1BF86604}" type="presOf" srcId="{F380503A-4561-4802-9ADC-2D2773CB4A35}" destId="{03B00E2B-43FC-6844-AD54-A7670AFD3ACD}" srcOrd="0" destOrd="0" presId="urn:microsoft.com/office/officeart/2005/8/layout/vList2"/>
    <dgm:cxn modelId="{55E8BA6F-49F1-4A63-9FC5-B161B576F36C}" srcId="{7E6CF195-B68D-4751-8964-1539653B2DD7}" destId="{FD8A9B6C-08CE-4C68-B346-B616120C71AE}" srcOrd="2" destOrd="0" parTransId="{DA8AC452-59FA-4B77-BEB7-1C391E466942}" sibTransId="{7F11ED4A-5779-4AA8-A232-50BB09A0C152}"/>
    <dgm:cxn modelId="{DE5EF075-C098-9840-8D8A-95AAE0C6D4D7}" type="presOf" srcId="{45030C8E-5CDC-46D5-A4BF-D8A6697161E9}" destId="{516A9C6A-5315-6F4B-90BE-263A5D54CBDC}" srcOrd="0" destOrd="1" presId="urn:microsoft.com/office/officeart/2005/8/layout/vList2"/>
    <dgm:cxn modelId="{F15EE989-9F18-4040-9476-2DA5D87CCD43}" type="presOf" srcId="{8FDDCA60-A858-4A6F-A70E-0A3F9C69E911}" destId="{516A9C6A-5315-6F4B-90BE-263A5D54CBDC}" srcOrd="0" destOrd="0" presId="urn:microsoft.com/office/officeart/2005/8/layout/vList2"/>
    <dgm:cxn modelId="{4A58448D-8D74-4C67-AF59-71C60FE1E3E6}" srcId="{DEE81DEA-6B67-4693-BAD1-E2A580958D35}" destId="{F380503A-4561-4802-9ADC-2D2773CB4A35}" srcOrd="1" destOrd="0" parTransId="{53092870-80B6-4D9C-842C-DF3494C57547}" sibTransId="{4496B895-D2C0-44C9-A1D0-B9BD8FD19186}"/>
    <dgm:cxn modelId="{34101193-EC07-064A-A5BA-B94D6722EB4E}" type="presOf" srcId="{7E6CF195-B68D-4751-8964-1539653B2DD7}" destId="{F9BCEBD6-0F8F-6344-8480-7950A763A331}" srcOrd="0" destOrd="0" presId="urn:microsoft.com/office/officeart/2005/8/layout/vList2"/>
    <dgm:cxn modelId="{39DD5897-E8BE-554B-981A-B182F123F30E}" type="presOf" srcId="{E39DF508-DD38-4ABE-AE46-EB6EE5693313}" destId="{4A7452A1-35F5-2943-A828-C69351F171C9}" srcOrd="0" destOrd="0" presId="urn:microsoft.com/office/officeart/2005/8/layout/vList2"/>
    <dgm:cxn modelId="{24A6D7AA-8922-42DC-99E8-6C3408411DD6}" srcId="{F380503A-4561-4802-9ADC-2D2773CB4A35}" destId="{45030C8E-5CDC-46D5-A4BF-D8A6697161E9}" srcOrd="1" destOrd="0" parTransId="{5D81D95C-44C8-4610-A6FA-4858F56F5D4D}" sibTransId="{257260DD-2C68-4469-8C17-CFEA4A5AD518}"/>
    <dgm:cxn modelId="{292171AC-CB22-434E-BFDB-37A582071BE6}" type="presOf" srcId="{DEE81DEA-6B67-4693-BAD1-E2A580958D35}" destId="{C8E27C57-98C7-7E42-86B0-DCAC1167EC32}" srcOrd="0" destOrd="0" presId="urn:microsoft.com/office/officeart/2005/8/layout/vList2"/>
    <dgm:cxn modelId="{9747C9AD-97D1-544D-88F9-D654C4ACA752}" type="presOf" srcId="{BA0CC4E0-194E-4657-B9A8-B5347108053F}" destId="{BB6DC88D-C0A1-3D49-8619-13213BBC3579}" srcOrd="0" destOrd="1" presId="urn:microsoft.com/office/officeart/2005/8/layout/vList2"/>
    <dgm:cxn modelId="{4C87DADE-1BAA-7746-92D1-5FA45CA36EB4}" type="presOf" srcId="{FB496EA4-26AB-4269-B996-5B4ADE5066C3}" destId="{6B2EBAD6-62C7-3C45-85AE-79428A5B7891}" srcOrd="0" destOrd="0" presId="urn:microsoft.com/office/officeart/2005/8/layout/vList2"/>
    <dgm:cxn modelId="{BDE681E9-F788-4842-A716-703ECB2790BD}" srcId="{FB496EA4-26AB-4269-B996-5B4ADE5066C3}" destId="{7F04E81B-2F78-4B7C-8DC9-E04C8B7A93F0}" srcOrd="1" destOrd="0" parTransId="{12690515-195F-4CA0-BEF7-4AD09FC4668E}" sibTransId="{3B4E0B01-9121-48F5-9C23-85DBC583C103}"/>
    <dgm:cxn modelId="{5C8124C3-242A-6440-B791-1D9B3727ECF6}" type="presParOf" srcId="{C8E27C57-98C7-7E42-86B0-DCAC1167EC32}" destId="{F9BCEBD6-0F8F-6344-8480-7950A763A331}" srcOrd="0" destOrd="0" presId="urn:microsoft.com/office/officeart/2005/8/layout/vList2"/>
    <dgm:cxn modelId="{872B648C-3BB4-624E-A294-5F34F69572B7}" type="presParOf" srcId="{C8E27C57-98C7-7E42-86B0-DCAC1167EC32}" destId="{BB6DC88D-C0A1-3D49-8619-13213BBC3579}" srcOrd="1" destOrd="0" presId="urn:microsoft.com/office/officeart/2005/8/layout/vList2"/>
    <dgm:cxn modelId="{46FB6690-2550-3A47-8FFE-A178C44A5B48}" type="presParOf" srcId="{C8E27C57-98C7-7E42-86B0-DCAC1167EC32}" destId="{03B00E2B-43FC-6844-AD54-A7670AFD3ACD}" srcOrd="2" destOrd="0" presId="urn:microsoft.com/office/officeart/2005/8/layout/vList2"/>
    <dgm:cxn modelId="{8A99EB18-1371-DB4F-8C59-EB5CE41EFB31}" type="presParOf" srcId="{C8E27C57-98C7-7E42-86B0-DCAC1167EC32}" destId="{516A9C6A-5315-6F4B-90BE-263A5D54CBDC}" srcOrd="3" destOrd="0" presId="urn:microsoft.com/office/officeart/2005/8/layout/vList2"/>
    <dgm:cxn modelId="{53F6B67C-977D-4543-9118-34345FD64E29}" type="presParOf" srcId="{C8E27C57-98C7-7E42-86B0-DCAC1167EC32}" destId="{6B2EBAD6-62C7-3C45-85AE-79428A5B7891}" srcOrd="4" destOrd="0" presId="urn:microsoft.com/office/officeart/2005/8/layout/vList2"/>
    <dgm:cxn modelId="{86C353B9-7F27-4D4D-9430-397893597357}" type="presParOf" srcId="{C8E27C57-98C7-7E42-86B0-DCAC1167EC32}" destId="{4A7452A1-35F5-2943-A828-C69351F171C9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6A7A54-3ACA-4339-A9EC-FAE66C3062F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97D734-DF16-48EE-98DE-02BC102138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Tweak the prototype to allow access to given dataset</a:t>
          </a:r>
        </a:p>
      </dgm:t>
    </dgm:pt>
    <dgm:pt modelId="{9E22FEE4-94E7-4325-B27C-F2BBCD6B5005}" type="parTrans" cxnId="{24DF4C2F-0095-4EBA-8485-7030BBA6ABFA}">
      <dgm:prSet/>
      <dgm:spPr/>
      <dgm:t>
        <a:bodyPr/>
        <a:lstStyle/>
        <a:p>
          <a:endParaRPr lang="en-US"/>
        </a:p>
      </dgm:t>
    </dgm:pt>
    <dgm:pt modelId="{E6BEB3D9-478D-48EF-A011-AEB133610C7D}" type="sibTrans" cxnId="{24DF4C2F-0095-4EBA-8485-7030BBA6ABFA}">
      <dgm:prSet/>
      <dgm:spPr/>
      <dgm:t>
        <a:bodyPr/>
        <a:lstStyle/>
        <a:p>
          <a:endParaRPr lang="en-US"/>
        </a:p>
      </dgm:t>
    </dgm:pt>
    <dgm:pt modelId="{2021CCFA-D797-45C7-9533-5B9316DA25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Tweak training data and window generation</a:t>
          </a:r>
        </a:p>
      </dgm:t>
    </dgm:pt>
    <dgm:pt modelId="{CCA5A617-A746-42A4-B31A-C6B35D49237B}" type="parTrans" cxnId="{B56E7015-32FD-4478-A17E-26F46220F9FA}">
      <dgm:prSet/>
      <dgm:spPr/>
      <dgm:t>
        <a:bodyPr/>
        <a:lstStyle/>
        <a:p>
          <a:endParaRPr lang="en-US"/>
        </a:p>
      </dgm:t>
    </dgm:pt>
    <dgm:pt modelId="{FE12406D-14E4-4087-977F-B3A648575A04}" type="sibTrans" cxnId="{B56E7015-32FD-4478-A17E-26F46220F9FA}">
      <dgm:prSet/>
      <dgm:spPr/>
      <dgm:t>
        <a:bodyPr/>
        <a:lstStyle/>
        <a:p>
          <a:endParaRPr lang="en-US"/>
        </a:p>
      </dgm:t>
    </dgm:pt>
    <dgm:pt modelId="{AB46F93B-295B-460A-8B6C-C0B99FDE02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Train reservoir+MLP on all available feature windows without NaN</a:t>
          </a:r>
        </a:p>
      </dgm:t>
    </dgm:pt>
    <dgm:pt modelId="{C6311535-2CC3-4915-B76B-DC0168EE7580}" type="parTrans" cxnId="{341228DF-0239-4D1B-8BAA-43638D725B70}">
      <dgm:prSet/>
      <dgm:spPr/>
      <dgm:t>
        <a:bodyPr/>
        <a:lstStyle/>
        <a:p>
          <a:endParaRPr lang="en-US"/>
        </a:p>
      </dgm:t>
    </dgm:pt>
    <dgm:pt modelId="{7FBA09D4-2E4E-4D7D-8707-1FCE2229C308}" type="sibTrans" cxnId="{341228DF-0239-4D1B-8BAA-43638D725B70}">
      <dgm:prSet/>
      <dgm:spPr/>
      <dgm:t>
        <a:bodyPr/>
        <a:lstStyle/>
        <a:p>
          <a:endParaRPr lang="en-US"/>
        </a:p>
      </dgm:t>
    </dgm:pt>
    <dgm:pt modelId="{F6DBEB71-889F-4267-B4C7-2AA02CD187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Predict Nan values using </a:t>
          </a:r>
          <a:r>
            <a:rPr lang="en-US" dirty="0" err="1"/>
            <a:t>reservoir+MLP</a:t>
          </a:r>
          <a:endParaRPr lang="en-US" dirty="0"/>
        </a:p>
      </dgm:t>
    </dgm:pt>
    <dgm:pt modelId="{174B8CA4-C8E9-48E3-B9AC-643F121483E2}" type="parTrans" cxnId="{12E2AAA1-73E7-4D89-88A2-7F8B8B76DAEC}">
      <dgm:prSet/>
      <dgm:spPr/>
      <dgm:t>
        <a:bodyPr/>
        <a:lstStyle/>
        <a:p>
          <a:endParaRPr lang="en-US"/>
        </a:p>
      </dgm:t>
    </dgm:pt>
    <dgm:pt modelId="{43D6CA4E-97E2-4C6E-B9B9-4120FE90BC22}" type="sibTrans" cxnId="{12E2AAA1-73E7-4D89-88A2-7F8B8B76DAEC}">
      <dgm:prSet/>
      <dgm:spPr/>
      <dgm:t>
        <a:bodyPr/>
        <a:lstStyle/>
        <a:p>
          <a:endParaRPr lang="en-US"/>
        </a:p>
      </dgm:t>
    </dgm:pt>
    <dgm:pt modelId="{ECF940F1-3013-429E-BA17-D95805D6FC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Generate imputed dataset</a:t>
          </a:r>
        </a:p>
      </dgm:t>
    </dgm:pt>
    <dgm:pt modelId="{B282C713-11B7-4D57-AC97-EB778C94D8B7}" type="parTrans" cxnId="{88FCB8B3-4C85-4066-8417-45C66D5135D9}">
      <dgm:prSet/>
      <dgm:spPr/>
      <dgm:t>
        <a:bodyPr/>
        <a:lstStyle/>
        <a:p>
          <a:endParaRPr lang="en-US"/>
        </a:p>
      </dgm:t>
    </dgm:pt>
    <dgm:pt modelId="{ED77BBC2-C5C4-4F6F-8329-DC8B15F10C12}" type="sibTrans" cxnId="{88FCB8B3-4C85-4066-8417-45C66D5135D9}">
      <dgm:prSet/>
      <dgm:spPr/>
      <dgm:t>
        <a:bodyPr/>
        <a:lstStyle/>
        <a:p>
          <a:endParaRPr lang="en-US"/>
        </a:p>
      </dgm:t>
    </dgm:pt>
    <dgm:pt modelId="{B1385F0C-7D5C-4873-BBDF-ED21660EB99B}" type="pres">
      <dgm:prSet presAssocID="{566A7A54-3ACA-4339-A9EC-FAE66C3062FF}" presName="root" presStyleCnt="0">
        <dgm:presLayoutVars>
          <dgm:dir/>
          <dgm:resizeHandles val="exact"/>
        </dgm:presLayoutVars>
      </dgm:prSet>
      <dgm:spPr/>
    </dgm:pt>
    <dgm:pt modelId="{87BF6990-EB11-4C78-A79C-9957E7FB9654}" type="pres">
      <dgm:prSet presAssocID="{CD97D734-DF16-48EE-98DE-02BC102138ED}" presName="compNode" presStyleCnt="0"/>
      <dgm:spPr/>
    </dgm:pt>
    <dgm:pt modelId="{F2978C79-FAAE-4EA5-8AD2-D6CE0EE95BAD}" type="pres">
      <dgm:prSet presAssocID="{CD97D734-DF16-48EE-98DE-02BC102138ED}" presName="bgRect" presStyleLbl="bgShp" presStyleIdx="0" presStyleCnt="5"/>
      <dgm:spPr/>
    </dgm:pt>
    <dgm:pt modelId="{5F85208E-CD3E-4AEC-9BAC-84FE35806D72}" type="pres">
      <dgm:prSet presAssocID="{CD97D734-DF16-48EE-98DE-02BC102138E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B3DF93BC-70E1-4820-9D12-D9D2798E2B62}" type="pres">
      <dgm:prSet presAssocID="{CD97D734-DF16-48EE-98DE-02BC102138ED}" presName="spaceRect" presStyleCnt="0"/>
      <dgm:spPr/>
    </dgm:pt>
    <dgm:pt modelId="{0F7008B6-07D4-471D-A58B-4B09E4C0D4E4}" type="pres">
      <dgm:prSet presAssocID="{CD97D734-DF16-48EE-98DE-02BC102138ED}" presName="parTx" presStyleLbl="revTx" presStyleIdx="0" presStyleCnt="5">
        <dgm:presLayoutVars>
          <dgm:chMax val="0"/>
          <dgm:chPref val="0"/>
        </dgm:presLayoutVars>
      </dgm:prSet>
      <dgm:spPr/>
    </dgm:pt>
    <dgm:pt modelId="{34F9931B-E3F7-4B34-A491-554703335CFD}" type="pres">
      <dgm:prSet presAssocID="{E6BEB3D9-478D-48EF-A011-AEB133610C7D}" presName="sibTrans" presStyleCnt="0"/>
      <dgm:spPr/>
    </dgm:pt>
    <dgm:pt modelId="{465F7701-F71B-41E8-933C-937C272BE4AA}" type="pres">
      <dgm:prSet presAssocID="{2021CCFA-D797-45C7-9533-5B9316DA2538}" presName="compNode" presStyleCnt="0"/>
      <dgm:spPr/>
    </dgm:pt>
    <dgm:pt modelId="{2B4D99E9-1706-4EB7-A96A-61D2EBAD46F4}" type="pres">
      <dgm:prSet presAssocID="{2021CCFA-D797-45C7-9533-5B9316DA2538}" presName="bgRect" presStyleLbl="bgShp" presStyleIdx="1" presStyleCnt="5"/>
      <dgm:spPr/>
    </dgm:pt>
    <dgm:pt modelId="{20FC0E14-CCB8-4D9B-8232-C5548AD5BDCD}" type="pres">
      <dgm:prSet presAssocID="{2021CCFA-D797-45C7-9533-5B9316DA253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082E15FF-6189-467F-95C8-896023333F97}" type="pres">
      <dgm:prSet presAssocID="{2021CCFA-D797-45C7-9533-5B9316DA2538}" presName="spaceRect" presStyleCnt="0"/>
      <dgm:spPr/>
    </dgm:pt>
    <dgm:pt modelId="{ADEBEEDA-7430-4508-9DF4-68A76CCA291B}" type="pres">
      <dgm:prSet presAssocID="{2021CCFA-D797-45C7-9533-5B9316DA2538}" presName="parTx" presStyleLbl="revTx" presStyleIdx="1" presStyleCnt="5">
        <dgm:presLayoutVars>
          <dgm:chMax val="0"/>
          <dgm:chPref val="0"/>
        </dgm:presLayoutVars>
      </dgm:prSet>
      <dgm:spPr/>
    </dgm:pt>
    <dgm:pt modelId="{C4CE7AD3-ED04-43AF-9ED2-BD1028A02C4D}" type="pres">
      <dgm:prSet presAssocID="{FE12406D-14E4-4087-977F-B3A648575A04}" presName="sibTrans" presStyleCnt="0"/>
      <dgm:spPr/>
    </dgm:pt>
    <dgm:pt modelId="{EAC9F2EE-F650-43FE-A534-491AB256076E}" type="pres">
      <dgm:prSet presAssocID="{AB46F93B-295B-460A-8B6C-C0B99FDE028F}" presName="compNode" presStyleCnt="0"/>
      <dgm:spPr/>
    </dgm:pt>
    <dgm:pt modelId="{8A759808-D7EF-45B0-B998-09C55C91EF0D}" type="pres">
      <dgm:prSet presAssocID="{AB46F93B-295B-460A-8B6C-C0B99FDE028F}" presName="bgRect" presStyleLbl="bgShp" presStyleIdx="2" presStyleCnt="5"/>
      <dgm:spPr/>
    </dgm:pt>
    <dgm:pt modelId="{013EB086-551D-40C8-8F10-2F61063A3060}" type="pres">
      <dgm:prSet presAssocID="{AB46F93B-295B-460A-8B6C-C0B99FDE028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73CD980-D60F-4773-A304-C1EE40E74175}" type="pres">
      <dgm:prSet presAssocID="{AB46F93B-295B-460A-8B6C-C0B99FDE028F}" presName="spaceRect" presStyleCnt="0"/>
      <dgm:spPr/>
    </dgm:pt>
    <dgm:pt modelId="{4DBA70C5-AB84-4879-BEBB-FF1C019B5B3E}" type="pres">
      <dgm:prSet presAssocID="{AB46F93B-295B-460A-8B6C-C0B99FDE028F}" presName="parTx" presStyleLbl="revTx" presStyleIdx="2" presStyleCnt="5">
        <dgm:presLayoutVars>
          <dgm:chMax val="0"/>
          <dgm:chPref val="0"/>
        </dgm:presLayoutVars>
      </dgm:prSet>
      <dgm:spPr/>
    </dgm:pt>
    <dgm:pt modelId="{1A5500B7-4B1C-4007-8559-E969B36A106F}" type="pres">
      <dgm:prSet presAssocID="{7FBA09D4-2E4E-4D7D-8707-1FCE2229C308}" presName="sibTrans" presStyleCnt="0"/>
      <dgm:spPr/>
    </dgm:pt>
    <dgm:pt modelId="{50070EE0-C194-445A-A789-139FAB88711C}" type="pres">
      <dgm:prSet presAssocID="{F6DBEB71-889F-4267-B4C7-2AA02CD18714}" presName="compNode" presStyleCnt="0"/>
      <dgm:spPr/>
    </dgm:pt>
    <dgm:pt modelId="{5B659445-9090-4684-A38D-BB015B38191F}" type="pres">
      <dgm:prSet presAssocID="{F6DBEB71-889F-4267-B4C7-2AA02CD18714}" presName="bgRect" presStyleLbl="bgShp" presStyleIdx="3" presStyleCnt="5"/>
      <dgm:spPr/>
    </dgm:pt>
    <dgm:pt modelId="{1F7C8297-E86F-4967-B56D-797ADE16C817}" type="pres">
      <dgm:prSet presAssocID="{F6DBEB71-889F-4267-B4C7-2AA02CD1871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458FE2C-7B74-4443-8E6A-3785964972A7}" type="pres">
      <dgm:prSet presAssocID="{F6DBEB71-889F-4267-B4C7-2AA02CD18714}" presName="spaceRect" presStyleCnt="0"/>
      <dgm:spPr/>
    </dgm:pt>
    <dgm:pt modelId="{8FC5E430-CC2E-4A8C-840F-65731A53CA8A}" type="pres">
      <dgm:prSet presAssocID="{F6DBEB71-889F-4267-B4C7-2AA02CD18714}" presName="parTx" presStyleLbl="revTx" presStyleIdx="3" presStyleCnt="5">
        <dgm:presLayoutVars>
          <dgm:chMax val="0"/>
          <dgm:chPref val="0"/>
        </dgm:presLayoutVars>
      </dgm:prSet>
      <dgm:spPr/>
    </dgm:pt>
    <dgm:pt modelId="{2C98C255-13BF-4C11-BEE4-94B3E4B2BE2B}" type="pres">
      <dgm:prSet presAssocID="{43D6CA4E-97E2-4C6E-B9B9-4120FE90BC22}" presName="sibTrans" presStyleCnt="0"/>
      <dgm:spPr/>
    </dgm:pt>
    <dgm:pt modelId="{FA00C3AB-A67C-4EEA-9AA7-4AAE897806A0}" type="pres">
      <dgm:prSet presAssocID="{ECF940F1-3013-429E-BA17-D95805D6FCB6}" presName="compNode" presStyleCnt="0"/>
      <dgm:spPr/>
    </dgm:pt>
    <dgm:pt modelId="{5C6AF5FF-7811-4F08-B292-03E68614909A}" type="pres">
      <dgm:prSet presAssocID="{ECF940F1-3013-429E-BA17-D95805D6FCB6}" presName="bgRect" presStyleLbl="bgShp" presStyleIdx="4" presStyleCnt="5"/>
      <dgm:spPr/>
    </dgm:pt>
    <dgm:pt modelId="{917EECF6-FA99-4C53-A281-4FA0ED050577}" type="pres">
      <dgm:prSet presAssocID="{ECF940F1-3013-429E-BA17-D95805D6FCB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3F1DC6B-661E-47B0-943A-745AC7265F46}" type="pres">
      <dgm:prSet presAssocID="{ECF940F1-3013-429E-BA17-D95805D6FCB6}" presName="spaceRect" presStyleCnt="0"/>
      <dgm:spPr/>
    </dgm:pt>
    <dgm:pt modelId="{2C678B04-E3CB-4739-8307-0C39C5C78F97}" type="pres">
      <dgm:prSet presAssocID="{ECF940F1-3013-429E-BA17-D95805D6FCB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56E7015-32FD-4478-A17E-26F46220F9FA}" srcId="{566A7A54-3ACA-4339-A9EC-FAE66C3062FF}" destId="{2021CCFA-D797-45C7-9533-5B9316DA2538}" srcOrd="1" destOrd="0" parTransId="{CCA5A617-A746-42A4-B31A-C6B35D49237B}" sibTransId="{FE12406D-14E4-4087-977F-B3A648575A04}"/>
    <dgm:cxn modelId="{24DF4C2F-0095-4EBA-8485-7030BBA6ABFA}" srcId="{566A7A54-3ACA-4339-A9EC-FAE66C3062FF}" destId="{CD97D734-DF16-48EE-98DE-02BC102138ED}" srcOrd="0" destOrd="0" parTransId="{9E22FEE4-94E7-4325-B27C-F2BBCD6B5005}" sibTransId="{E6BEB3D9-478D-48EF-A011-AEB133610C7D}"/>
    <dgm:cxn modelId="{5732CA62-25E4-48D5-AFDF-FD3E5850587C}" type="presOf" srcId="{CD97D734-DF16-48EE-98DE-02BC102138ED}" destId="{0F7008B6-07D4-471D-A58B-4B09E4C0D4E4}" srcOrd="0" destOrd="0" presId="urn:microsoft.com/office/officeart/2018/2/layout/IconVerticalSolidList"/>
    <dgm:cxn modelId="{CC234E69-4EAC-4A45-8ED6-DC5D97630AE8}" type="presOf" srcId="{2021CCFA-D797-45C7-9533-5B9316DA2538}" destId="{ADEBEEDA-7430-4508-9DF4-68A76CCA291B}" srcOrd="0" destOrd="0" presId="urn:microsoft.com/office/officeart/2018/2/layout/IconVerticalSolidList"/>
    <dgm:cxn modelId="{27ECB291-303E-4EDA-A086-E08D753215F6}" type="presOf" srcId="{ECF940F1-3013-429E-BA17-D95805D6FCB6}" destId="{2C678B04-E3CB-4739-8307-0C39C5C78F97}" srcOrd="0" destOrd="0" presId="urn:microsoft.com/office/officeart/2018/2/layout/IconVerticalSolidList"/>
    <dgm:cxn modelId="{12E2AAA1-73E7-4D89-88A2-7F8B8B76DAEC}" srcId="{566A7A54-3ACA-4339-A9EC-FAE66C3062FF}" destId="{F6DBEB71-889F-4267-B4C7-2AA02CD18714}" srcOrd="3" destOrd="0" parTransId="{174B8CA4-C8E9-48E3-B9AC-643F121483E2}" sibTransId="{43D6CA4E-97E2-4C6E-B9B9-4120FE90BC22}"/>
    <dgm:cxn modelId="{88FCB8B3-4C85-4066-8417-45C66D5135D9}" srcId="{566A7A54-3ACA-4339-A9EC-FAE66C3062FF}" destId="{ECF940F1-3013-429E-BA17-D95805D6FCB6}" srcOrd="4" destOrd="0" parTransId="{B282C713-11B7-4D57-AC97-EB778C94D8B7}" sibTransId="{ED77BBC2-C5C4-4F6F-8329-DC8B15F10C12}"/>
    <dgm:cxn modelId="{453D2BB5-AB6A-4153-819E-DBCB2524EC47}" type="presOf" srcId="{F6DBEB71-889F-4267-B4C7-2AA02CD18714}" destId="{8FC5E430-CC2E-4A8C-840F-65731A53CA8A}" srcOrd="0" destOrd="0" presId="urn:microsoft.com/office/officeart/2018/2/layout/IconVerticalSolidList"/>
    <dgm:cxn modelId="{D9B635B7-7D67-4601-B885-89F8CF05F668}" type="presOf" srcId="{566A7A54-3ACA-4339-A9EC-FAE66C3062FF}" destId="{B1385F0C-7D5C-4873-BBDF-ED21660EB99B}" srcOrd="0" destOrd="0" presId="urn:microsoft.com/office/officeart/2018/2/layout/IconVerticalSolidList"/>
    <dgm:cxn modelId="{767EBEC4-517D-48AF-8ACA-D73F4749E419}" type="presOf" srcId="{AB46F93B-295B-460A-8B6C-C0B99FDE028F}" destId="{4DBA70C5-AB84-4879-BEBB-FF1C019B5B3E}" srcOrd="0" destOrd="0" presId="urn:microsoft.com/office/officeart/2018/2/layout/IconVerticalSolidList"/>
    <dgm:cxn modelId="{341228DF-0239-4D1B-8BAA-43638D725B70}" srcId="{566A7A54-3ACA-4339-A9EC-FAE66C3062FF}" destId="{AB46F93B-295B-460A-8B6C-C0B99FDE028F}" srcOrd="2" destOrd="0" parTransId="{C6311535-2CC3-4915-B76B-DC0168EE7580}" sibTransId="{7FBA09D4-2E4E-4D7D-8707-1FCE2229C308}"/>
    <dgm:cxn modelId="{AA0C6045-211B-4D35-A981-B7D2369D1473}" type="presParOf" srcId="{B1385F0C-7D5C-4873-BBDF-ED21660EB99B}" destId="{87BF6990-EB11-4C78-A79C-9957E7FB9654}" srcOrd="0" destOrd="0" presId="urn:microsoft.com/office/officeart/2018/2/layout/IconVerticalSolidList"/>
    <dgm:cxn modelId="{6855FE1F-7B92-4C72-BCAF-053095EFA3D9}" type="presParOf" srcId="{87BF6990-EB11-4C78-A79C-9957E7FB9654}" destId="{F2978C79-FAAE-4EA5-8AD2-D6CE0EE95BAD}" srcOrd="0" destOrd="0" presId="urn:microsoft.com/office/officeart/2018/2/layout/IconVerticalSolidList"/>
    <dgm:cxn modelId="{6CC227C8-2E65-46EA-9C5C-D346A9ACCE38}" type="presParOf" srcId="{87BF6990-EB11-4C78-A79C-9957E7FB9654}" destId="{5F85208E-CD3E-4AEC-9BAC-84FE35806D72}" srcOrd="1" destOrd="0" presId="urn:microsoft.com/office/officeart/2018/2/layout/IconVerticalSolidList"/>
    <dgm:cxn modelId="{722BEFF7-C6A1-4E22-AF17-BCBC29CE55B3}" type="presParOf" srcId="{87BF6990-EB11-4C78-A79C-9957E7FB9654}" destId="{B3DF93BC-70E1-4820-9D12-D9D2798E2B62}" srcOrd="2" destOrd="0" presId="urn:microsoft.com/office/officeart/2018/2/layout/IconVerticalSolidList"/>
    <dgm:cxn modelId="{503592EA-1BCC-4196-AC63-8659988F3ADA}" type="presParOf" srcId="{87BF6990-EB11-4C78-A79C-9957E7FB9654}" destId="{0F7008B6-07D4-471D-A58B-4B09E4C0D4E4}" srcOrd="3" destOrd="0" presId="urn:microsoft.com/office/officeart/2018/2/layout/IconVerticalSolidList"/>
    <dgm:cxn modelId="{462EBEA8-F4E1-4B37-B62F-E8B1049275E6}" type="presParOf" srcId="{B1385F0C-7D5C-4873-BBDF-ED21660EB99B}" destId="{34F9931B-E3F7-4B34-A491-554703335CFD}" srcOrd="1" destOrd="0" presId="urn:microsoft.com/office/officeart/2018/2/layout/IconVerticalSolidList"/>
    <dgm:cxn modelId="{C9268EC2-9041-46AB-AA05-7C2BBE2D41D4}" type="presParOf" srcId="{B1385F0C-7D5C-4873-BBDF-ED21660EB99B}" destId="{465F7701-F71B-41E8-933C-937C272BE4AA}" srcOrd="2" destOrd="0" presId="urn:microsoft.com/office/officeart/2018/2/layout/IconVerticalSolidList"/>
    <dgm:cxn modelId="{87D1154D-263C-4F96-807C-2FB480674DBE}" type="presParOf" srcId="{465F7701-F71B-41E8-933C-937C272BE4AA}" destId="{2B4D99E9-1706-4EB7-A96A-61D2EBAD46F4}" srcOrd="0" destOrd="0" presId="urn:microsoft.com/office/officeart/2018/2/layout/IconVerticalSolidList"/>
    <dgm:cxn modelId="{91419208-3206-4B50-9EFB-51ED68381ED7}" type="presParOf" srcId="{465F7701-F71B-41E8-933C-937C272BE4AA}" destId="{20FC0E14-CCB8-4D9B-8232-C5548AD5BDCD}" srcOrd="1" destOrd="0" presId="urn:microsoft.com/office/officeart/2018/2/layout/IconVerticalSolidList"/>
    <dgm:cxn modelId="{F5C8DA94-AB52-4093-822B-216F8762CB82}" type="presParOf" srcId="{465F7701-F71B-41E8-933C-937C272BE4AA}" destId="{082E15FF-6189-467F-95C8-896023333F97}" srcOrd="2" destOrd="0" presId="urn:microsoft.com/office/officeart/2018/2/layout/IconVerticalSolidList"/>
    <dgm:cxn modelId="{ABA81291-931A-4D02-A740-75EDB7A1FA5D}" type="presParOf" srcId="{465F7701-F71B-41E8-933C-937C272BE4AA}" destId="{ADEBEEDA-7430-4508-9DF4-68A76CCA291B}" srcOrd="3" destOrd="0" presId="urn:microsoft.com/office/officeart/2018/2/layout/IconVerticalSolidList"/>
    <dgm:cxn modelId="{74AEF0E4-9073-4799-B463-6B904443E1DB}" type="presParOf" srcId="{B1385F0C-7D5C-4873-BBDF-ED21660EB99B}" destId="{C4CE7AD3-ED04-43AF-9ED2-BD1028A02C4D}" srcOrd="3" destOrd="0" presId="urn:microsoft.com/office/officeart/2018/2/layout/IconVerticalSolidList"/>
    <dgm:cxn modelId="{5E706791-895E-49EA-9866-41B8ECC127F2}" type="presParOf" srcId="{B1385F0C-7D5C-4873-BBDF-ED21660EB99B}" destId="{EAC9F2EE-F650-43FE-A534-491AB256076E}" srcOrd="4" destOrd="0" presId="urn:microsoft.com/office/officeart/2018/2/layout/IconVerticalSolidList"/>
    <dgm:cxn modelId="{503C71D0-841E-40D3-A9FD-D8C6BAE51ADE}" type="presParOf" srcId="{EAC9F2EE-F650-43FE-A534-491AB256076E}" destId="{8A759808-D7EF-45B0-B998-09C55C91EF0D}" srcOrd="0" destOrd="0" presId="urn:microsoft.com/office/officeart/2018/2/layout/IconVerticalSolidList"/>
    <dgm:cxn modelId="{20DE2B0A-D443-4294-B150-5D51EDA127BA}" type="presParOf" srcId="{EAC9F2EE-F650-43FE-A534-491AB256076E}" destId="{013EB086-551D-40C8-8F10-2F61063A3060}" srcOrd="1" destOrd="0" presId="urn:microsoft.com/office/officeart/2018/2/layout/IconVerticalSolidList"/>
    <dgm:cxn modelId="{5990CF19-68CF-4EB8-AB0A-E63AB839AB5E}" type="presParOf" srcId="{EAC9F2EE-F650-43FE-A534-491AB256076E}" destId="{173CD980-D60F-4773-A304-C1EE40E74175}" srcOrd="2" destOrd="0" presId="urn:microsoft.com/office/officeart/2018/2/layout/IconVerticalSolidList"/>
    <dgm:cxn modelId="{E9B566F6-9949-4E12-8A73-AAABA0271102}" type="presParOf" srcId="{EAC9F2EE-F650-43FE-A534-491AB256076E}" destId="{4DBA70C5-AB84-4879-BEBB-FF1C019B5B3E}" srcOrd="3" destOrd="0" presId="urn:microsoft.com/office/officeart/2018/2/layout/IconVerticalSolidList"/>
    <dgm:cxn modelId="{9ED0FC3E-1139-4469-BF91-C51B0B0727EF}" type="presParOf" srcId="{B1385F0C-7D5C-4873-BBDF-ED21660EB99B}" destId="{1A5500B7-4B1C-4007-8559-E969B36A106F}" srcOrd="5" destOrd="0" presId="urn:microsoft.com/office/officeart/2018/2/layout/IconVerticalSolidList"/>
    <dgm:cxn modelId="{7DEB29EE-82A8-465A-8B68-48518DC045CE}" type="presParOf" srcId="{B1385F0C-7D5C-4873-BBDF-ED21660EB99B}" destId="{50070EE0-C194-445A-A789-139FAB88711C}" srcOrd="6" destOrd="0" presId="urn:microsoft.com/office/officeart/2018/2/layout/IconVerticalSolidList"/>
    <dgm:cxn modelId="{A818CDB9-43A8-4DEF-A102-76CCADF5B708}" type="presParOf" srcId="{50070EE0-C194-445A-A789-139FAB88711C}" destId="{5B659445-9090-4684-A38D-BB015B38191F}" srcOrd="0" destOrd="0" presId="urn:microsoft.com/office/officeart/2018/2/layout/IconVerticalSolidList"/>
    <dgm:cxn modelId="{386F25F4-C48E-46EF-9D72-01BB134147AD}" type="presParOf" srcId="{50070EE0-C194-445A-A789-139FAB88711C}" destId="{1F7C8297-E86F-4967-B56D-797ADE16C817}" srcOrd="1" destOrd="0" presId="urn:microsoft.com/office/officeart/2018/2/layout/IconVerticalSolidList"/>
    <dgm:cxn modelId="{DBC1FA50-2574-4CD9-820A-1800B83DCAA3}" type="presParOf" srcId="{50070EE0-C194-445A-A789-139FAB88711C}" destId="{E458FE2C-7B74-4443-8E6A-3785964972A7}" srcOrd="2" destOrd="0" presId="urn:microsoft.com/office/officeart/2018/2/layout/IconVerticalSolidList"/>
    <dgm:cxn modelId="{AEE75C40-3D44-41A9-8419-6205D6201896}" type="presParOf" srcId="{50070EE0-C194-445A-A789-139FAB88711C}" destId="{8FC5E430-CC2E-4A8C-840F-65731A53CA8A}" srcOrd="3" destOrd="0" presId="urn:microsoft.com/office/officeart/2018/2/layout/IconVerticalSolidList"/>
    <dgm:cxn modelId="{00F39BCE-FCEA-4A0B-89A7-45D5E79F2F97}" type="presParOf" srcId="{B1385F0C-7D5C-4873-BBDF-ED21660EB99B}" destId="{2C98C255-13BF-4C11-BEE4-94B3E4B2BE2B}" srcOrd="7" destOrd="0" presId="urn:microsoft.com/office/officeart/2018/2/layout/IconVerticalSolidList"/>
    <dgm:cxn modelId="{AD7EB560-23C5-48CA-ADBC-9A633B93C5E2}" type="presParOf" srcId="{B1385F0C-7D5C-4873-BBDF-ED21660EB99B}" destId="{FA00C3AB-A67C-4EEA-9AA7-4AAE897806A0}" srcOrd="8" destOrd="0" presId="urn:microsoft.com/office/officeart/2018/2/layout/IconVerticalSolidList"/>
    <dgm:cxn modelId="{D62B13CB-34C2-44DD-B7F3-BF7626947ABE}" type="presParOf" srcId="{FA00C3AB-A67C-4EEA-9AA7-4AAE897806A0}" destId="{5C6AF5FF-7811-4F08-B292-03E68614909A}" srcOrd="0" destOrd="0" presId="urn:microsoft.com/office/officeart/2018/2/layout/IconVerticalSolidList"/>
    <dgm:cxn modelId="{2CB76973-2455-478E-A6D7-5FE5B60D5492}" type="presParOf" srcId="{FA00C3AB-A67C-4EEA-9AA7-4AAE897806A0}" destId="{917EECF6-FA99-4C53-A281-4FA0ED050577}" srcOrd="1" destOrd="0" presId="urn:microsoft.com/office/officeart/2018/2/layout/IconVerticalSolidList"/>
    <dgm:cxn modelId="{5E80C985-D75D-4A8F-80EE-D3287678A99D}" type="presParOf" srcId="{FA00C3AB-A67C-4EEA-9AA7-4AAE897806A0}" destId="{93F1DC6B-661E-47B0-943A-745AC7265F46}" srcOrd="2" destOrd="0" presId="urn:microsoft.com/office/officeart/2018/2/layout/IconVerticalSolidList"/>
    <dgm:cxn modelId="{7708E54F-0B88-40A7-BC25-89D11409553C}" type="presParOf" srcId="{FA00C3AB-A67C-4EEA-9AA7-4AAE897806A0}" destId="{2C678B04-E3CB-4739-8307-0C39C5C78F9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64268D0-977B-4493-B5B9-20EDBB4903CD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05680F9-99F6-4B16-8B31-10BC59227B31}">
      <dgm:prSet custT="1"/>
      <dgm:spPr/>
      <dgm:t>
        <a:bodyPr/>
        <a:lstStyle/>
        <a:p>
          <a:r>
            <a:rPr lang="en-US" sz="2000" dirty="0"/>
            <a:t>Explore </a:t>
          </a:r>
          <a:r>
            <a:rPr lang="en-US" sz="2000" dirty="0" err="1"/>
            <a:t>behaviour</a:t>
          </a:r>
          <a:r>
            <a:rPr lang="en-US" sz="2000" dirty="0"/>
            <a:t> on noisy circuits</a:t>
          </a:r>
        </a:p>
      </dgm:t>
    </dgm:pt>
    <dgm:pt modelId="{655F1CCF-CF55-4875-80D8-C2C5B82FD97A}" type="parTrans" cxnId="{D2484BEA-8748-4FD9-944A-322A436F01FE}">
      <dgm:prSet/>
      <dgm:spPr/>
      <dgm:t>
        <a:bodyPr/>
        <a:lstStyle/>
        <a:p>
          <a:endParaRPr lang="en-US" sz="2000"/>
        </a:p>
      </dgm:t>
    </dgm:pt>
    <dgm:pt modelId="{FF1C0B55-C756-4748-8668-8E244C62FF96}" type="sibTrans" cxnId="{D2484BEA-8748-4FD9-944A-322A436F01FE}">
      <dgm:prSet/>
      <dgm:spPr/>
      <dgm:t>
        <a:bodyPr/>
        <a:lstStyle/>
        <a:p>
          <a:endParaRPr lang="en-US" sz="2000"/>
        </a:p>
      </dgm:t>
    </dgm:pt>
    <dgm:pt modelId="{F6E6A28A-DA7C-4020-93A7-A5F446454D80}">
      <dgm:prSet custT="1"/>
      <dgm:spPr/>
      <dgm:t>
        <a:bodyPr/>
        <a:lstStyle/>
        <a:p>
          <a:r>
            <a:rPr lang="en-US" sz="2000"/>
            <a:t>Training over multiple greeks and macro-economic data in addition to time-series for inference</a:t>
          </a:r>
        </a:p>
      </dgm:t>
    </dgm:pt>
    <dgm:pt modelId="{CAB476E8-EEF9-4D4E-B499-A91612563BFD}" type="parTrans" cxnId="{A8EA5EF2-6E62-45AA-B06E-4C9F6C64CA2D}">
      <dgm:prSet/>
      <dgm:spPr/>
      <dgm:t>
        <a:bodyPr/>
        <a:lstStyle/>
        <a:p>
          <a:endParaRPr lang="en-US" sz="2000"/>
        </a:p>
      </dgm:t>
    </dgm:pt>
    <dgm:pt modelId="{303355FE-D4DD-444A-91FA-1E4C9813E6ED}" type="sibTrans" cxnId="{A8EA5EF2-6E62-45AA-B06E-4C9F6C64CA2D}">
      <dgm:prSet/>
      <dgm:spPr/>
      <dgm:t>
        <a:bodyPr/>
        <a:lstStyle/>
        <a:p>
          <a:endParaRPr lang="en-US" sz="2000"/>
        </a:p>
      </dgm:t>
    </dgm:pt>
    <dgm:pt modelId="{4A637BEB-36BC-4F20-9699-7E29F6933C62}">
      <dgm:prSet custT="1"/>
      <dgm:spPr/>
      <dgm:t>
        <a:bodyPr/>
        <a:lstStyle/>
        <a:p>
          <a:r>
            <a:rPr lang="en-US" sz="2000" dirty="0"/>
            <a:t>Data reuploading and injection, increasing data qubits or data persistence</a:t>
          </a:r>
        </a:p>
      </dgm:t>
    </dgm:pt>
    <dgm:pt modelId="{43BE5316-6F84-4CC2-AC2D-0D338E94E6E7}" type="parTrans" cxnId="{CA20A8FF-B175-49EE-B914-BA1BDCA20379}">
      <dgm:prSet/>
      <dgm:spPr/>
      <dgm:t>
        <a:bodyPr/>
        <a:lstStyle/>
        <a:p>
          <a:endParaRPr lang="en-US" sz="2000"/>
        </a:p>
      </dgm:t>
    </dgm:pt>
    <dgm:pt modelId="{118358CD-F2BE-4FE2-A082-64158B73B1FC}" type="sibTrans" cxnId="{CA20A8FF-B175-49EE-B914-BA1BDCA20379}">
      <dgm:prSet/>
      <dgm:spPr/>
      <dgm:t>
        <a:bodyPr/>
        <a:lstStyle/>
        <a:p>
          <a:endParaRPr lang="en-US" sz="2000"/>
        </a:p>
      </dgm:t>
    </dgm:pt>
    <dgm:pt modelId="{53F3099C-C3A7-47E2-92D4-71E901EDE62D}">
      <dgm:prSet custT="1"/>
      <dgm:spPr/>
      <dgm:t>
        <a:bodyPr/>
        <a:lstStyle/>
        <a:p>
          <a:r>
            <a:rPr lang="en-US" sz="2000"/>
            <a:t>Effect of chaotic vs integrable vs localized Hamiltonians in interaction phase</a:t>
          </a:r>
        </a:p>
      </dgm:t>
    </dgm:pt>
    <dgm:pt modelId="{EDB7776E-F844-45D4-91C1-EDE3E2D9E584}" type="parTrans" cxnId="{8BF2F6EC-8225-4B75-BF66-2100B06AA646}">
      <dgm:prSet/>
      <dgm:spPr/>
      <dgm:t>
        <a:bodyPr/>
        <a:lstStyle/>
        <a:p>
          <a:endParaRPr lang="en-US" sz="2000"/>
        </a:p>
      </dgm:t>
    </dgm:pt>
    <dgm:pt modelId="{B453CD4C-FFF7-4C5D-A6AD-059F29A7E1C6}" type="sibTrans" cxnId="{8BF2F6EC-8225-4B75-BF66-2100B06AA646}">
      <dgm:prSet/>
      <dgm:spPr/>
      <dgm:t>
        <a:bodyPr/>
        <a:lstStyle/>
        <a:p>
          <a:endParaRPr lang="en-US" sz="2000"/>
        </a:p>
      </dgm:t>
    </dgm:pt>
    <dgm:pt modelId="{E49B719F-ED3A-402A-8ED9-017AD67C6296}">
      <dgm:prSet custT="1"/>
      <dgm:spPr/>
      <dgm:t>
        <a:bodyPr/>
        <a:lstStyle/>
        <a:p>
          <a:r>
            <a:rPr lang="en-US" sz="2000"/>
            <a:t>Conversion to popular SDKs such as qiskit and pennylane</a:t>
          </a:r>
        </a:p>
      </dgm:t>
    </dgm:pt>
    <dgm:pt modelId="{99F7FD2D-F619-466C-AF2A-1C3E35600C1D}" type="parTrans" cxnId="{08AF5901-FCE6-4246-9F1A-163BA8AB9DC2}">
      <dgm:prSet/>
      <dgm:spPr/>
      <dgm:t>
        <a:bodyPr/>
        <a:lstStyle/>
        <a:p>
          <a:endParaRPr lang="en-US" sz="2000"/>
        </a:p>
      </dgm:t>
    </dgm:pt>
    <dgm:pt modelId="{4906BE64-D50E-4C7D-9046-B726DCBE7862}" type="sibTrans" cxnId="{08AF5901-FCE6-4246-9F1A-163BA8AB9DC2}">
      <dgm:prSet/>
      <dgm:spPr/>
      <dgm:t>
        <a:bodyPr/>
        <a:lstStyle/>
        <a:p>
          <a:endParaRPr lang="en-US" sz="2000"/>
        </a:p>
      </dgm:t>
    </dgm:pt>
    <dgm:pt modelId="{6F897D1C-0C8B-BC4C-9B3A-0CA0BFA1359F}" type="pres">
      <dgm:prSet presAssocID="{764268D0-977B-4493-B5B9-20EDBB4903CD}" presName="linear" presStyleCnt="0">
        <dgm:presLayoutVars>
          <dgm:animLvl val="lvl"/>
          <dgm:resizeHandles val="exact"/>
        </dgm:presLayoutVars>
      </dgm:prSet>
      <dgm:spPr/>
    </dgm:pt>
    <dgm:pt modelId="{8E492166-0A4A-FA48-BA1B-857A049A9494}" type="pres">
      <dgm:prSet presAssocID="{605680F9-99F6-4B16-8B31-10BC59227B31}" presName="parentText" presStyleLbl="node1" presStyleIdx="0" presStyleCnt="5" custLinFactNeighborX="-165">
        <dgm:presLayoutVars>
          <dgm:chMax val="0"/>
          <dgm:bulletEnabled val="1"/>
        </dgm:presLayoutVars>
      </dgm:prSet>
      <dgm:spPr/>
    </dgm:pt>
    <dgm:pt modelId="{1EA1BEFD-4AEE-BB40-8012-91DCCD23CC7E}" type="pres">
      <dgm:prSet presAssocID="{FF1C0B55-C756-4748-8668-8E244C62FF96}" presName="spacer" presStyleCnt="0"/>
      <dgm:spPr/>
    </dgm:pt>
    <dgm:pt modelId="{BD694948-F789-E344-A86A-99AC71B6EC9E}" type="pres">
      <dgm:prSet presAssocID="{F6E6A28A-DA7C-4020-93A7-A5F446454D8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7F68249-4222-D64D-A57D-D57FB4336EB1}" type="pres">
      <dgm:prSet presAssocID="{303355FE-D4DD-444A-91FA-1E4C9813E6ED}" presName="spacer" presStyleCnt="0"/>
      <dgm:spPr/>
    </dgm:pt>
    <dgm:pt modelId="{5C464CFD-3148-604A-B342-4DF078FA35CC}" type="pres">
      <dgm:prSet presAssocID="{4A637BEB-36BC-4F20-9699-7E29F6933C6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288F285-379B-1242-8410-FA86EDE0ADD0}" type="pres">
      <dgm:prSet presAssocID="{118358CD-F2BE-4FE2-A082-64158B73B1FC}" presName="spacer" presStyleCnt="0"/>
      <dgm:spPr/>
    </dgm:pt>
    <dgm:pt modelId="{8077A7AF-508E-7A4A-9143-65C6BC3B8857}" type="pres">
      <dgm:prSet presAssocID="{53F3099C-C3A7-47E2-92D4-71E901EDE62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19DEE39-4E14-A743-89A0-2368BF8387DB}" type="pres">
      <dgm:prSet presAssocID="{B453CD4C-FFF7-4C5D-A6AD-059F29A7E1C6}" presName="spacer" presStyleCnt="0"/>
      <dgm:spPr/>
    </dgm:pt>
    <dgm:pt modelId="{4EABB5E7-4E00-7543-98A9-7D5A729B003A}" type="pres">
      <dgm:prSet presAssocID="{E49B719F-ED3A-402A-8ED9-017AD67C629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8AF5901-FCE6-4246-9F1A-163BA8AB9DC2}" srcId="{764268D0-977B-4493-B5B9-20EDBB4903CD}" destId="{E49B719F-ED3A-402A-8ED9-017AD67C6296}" srcOrd="4" destOrd="0" parTransId="{99F7FD2D-F619-466C-AF2A-1C3E35600C1D}" sibTransId="{4906BE64-D50E-4C7D-9046-B726DCBE7862}"/>
    <dgm:cxn modelId="{C3E19E46-4D0F-7041-95C9-2B56FFF7DB11}" type="presOf" srcId="{F6E6A28A-DA7C-4020-93A7-A5F446454D80}" destId="{BD694948-F789-E344-A86A-99AC71B6EC9E}" srcOrd="0" destOrd="0" presId="urn:microsoft.com/office/officeart/2005/8/layout/vList2"/>
    <dgm:cxn modelId="{85F9BE74-A5E2-4841-BAF1-471A92B28296}" type="presOf" srcId="{53F3099C-C3A7-47E2-92D4-71E901EDE62D}" destId="{8077A7AF-508E-7A4A-9143-65C6BC3B8857}" srcOrd="0" destOrd="0" presId="urn:microsoft.com/office/officeart/2005/8/layout/vList2"/>
    <dgm:cxn modelId="{93B5E97E-5712-5545-8F66-656BEB1895E7}" type="presOf" srcId="{764268D0-977B-4493-B5B9-20EDBB4903CD}" destId="{6F897D1C-0C8B-BC4C-9B3A-0CA0BFA1359F}" srcOrd="0" destOrd="0" presId="urn:microsoft.com/office/officeart/2005/8/layout/vList2"/>
    <dgm:cxn modelId="{6A455084-DCB8-6342-BC20-76083D81992D}" type="presOf" srcId="{605680F9-99F6-4B16-8B31-10BC59227B31}" destId="{8E492166-0A4A-FA48-BA1B-857A049A9494}" srcOrd="0" destOrd="0" presId="urn:microsoft.com/office/officeart/2005/8/layout/vList2"/>
    <dgm:cxn modelId="{809FC1D6-F060-AC4C-817E-85AE09EBED75}" type="presOf" srcId="{4A637BEB-36BC-4F20-9699-7E29F6933C62}" destId="{5C464CFD-3148-604A-B342-4DF078FA35CC}" srcOrd="0" destOrd="0" presId="urn:microsoft.com/office/officeart/2005/8/layout/vList2"/>
    <dgm:cxn modelId="{D2484BEA-8748-4FD9-944A-322A436F01FE}" srcId="{764268D0-977B-4493-B5B9-20EDBB4903CD}" destId="{605680F9-99F6-4B16-8B31-10BC59227B31}" srcOrd="0" destOrd="0" parTransId="{655F1CCF-CF55-4875-80D8-C2C5B82FD97A}" sibTransId="{FF1C0B55-C756-4748-8668-8E244C62FF96}"/>
    <dgm:cxn modelId="{8BF2F6EC-8225-4B75-BF66-2100B06AA646}" srcId="{764268D0-977B-4493-B5B9-20EDBB4903CD}" destId="{53F3099C-C3A7-47E2-92D4-71E901EDE62D}" srcOrd="3" destOrd="0" parTransId="{EDB7776E-F844-45D4-91C1-EDE3E2D9E584}" sibTransId="{B453CD4C-FFF7-4C5D-A6AD-059F29A7E1C6}"/>
    <dgm:cxn modelId="{A8EA5EF2-6E62-45AA-B06E-4C9F6C64CA2D}" srcId="{764268D0-977B-4493-B5B9-20EDBB4903CD}" destId="{F6E6A28A-DA7C-4020-93A7-A5F446454D80}" srcOrd="1" destOrd="0" parTransId="{CAB476E8-EEF9-4D4E-B499-A91612563BFD}" sibTransId="{303355FE-D4DD-444A-91FA-1E4C9813E6ED}"/>
    <dgm:cxn modelId="{EF7495F6-A683-3A46-AA96-1EBC5DBABD13}" type="presOf" srcId="{E49B719F-ED3A-402A-8ED9-017AD67C6296}" destId="{4EABB5E7-4E00-7543-98A9-7D5A729B003A}" srcOrd="0" destOrd="0" presId="urn:microsoft.com/office/officeart/2005/8/layout/vList2"/>
    <dgm:cxn modelId="{CA20A8FF-B175-49EE-B914-BA1BDCA20379}" srcId="{764268D0-977B-4493-B5B9-20EDBB4903CD}" destId="{4A637BEB-36BC-4F20-9699-7E29F6933C62}" srcOrd="2" destOrd="0" parTransId="{43BE5316-6F84-4CC2-AC2D-0D338E94E6E7}" sibTransId="{118358CD-F2BE-4FE2-A082-64158B73B1FC}"/>
    <dgm:cxn modelId="{459CDCF2-FACA-184E-86DC-D88548EAFA8F}" type="presParOf" srcId="{6F897D1C-0C8B-BC4C-9B3A-0CA0BFA1359F}" destId="{8E492166-0A4A-FA48-BA1B-857A049A9494}" srcOrd="0" destOrd="0" presId="urn:microsoft.com/office/officeart/2005/8/layout/vList2"/>
    <dgm:cxn modelId="{A1B6B38A-4C13-884D-9F46-599EC0F4283D}" type="presParOf" srcId="{6F897D1C-0C8B-BC4C-9B3A-0CA0BFA1359F}" destId="{1EA1BEFD-4AEE-BB40-8012-91DCCD23CC7E}" srcOrd="1" destOrd="0" presId="urn:microsoft.com/office/officeart/2005/8/layout/vList2"/>
    <dgm:cxn modelId="{7EE5E016-0C78-F346-B918-FA6F131B5781}" type="presParOf" srcId="{6F897D1C-0C8B-BC4C-9B3A-0CA0BFA1359F}" destId="{BD694948-F789-E344-A86A-99AC71B6EC9E}" srcOrd="2" destOrd="0" presId="urn:microsoft.com/office/officeart/2005/8/layout/vList2"/>
    <dgm:cxn modelId="{88037AB0-8350-EC44-B896-5AB1A0E31166}" type="presParOf" srcId="{6F897D1C-0C8B-BC4C-9B3A-0CA0BFA1359F}" destId="{47F68249-4222-D64D-A57D-D57FB4336EB1}" srcOrd="3" destOrd="0" presId="urn:microsoft.com/office/officeart/2005/8/layout/vList2"/>
    <dgm:cxn modelId="{14E90C44-3991-4640-B747-D9A869CCA191}" type="presParOf" srcId="{6F897D1C-0C8B-BC4C-9B3A-0CA0BFA1359F}" destId="{5C464CFD-3148-604A-B342-4DF078FA35CC}" srcOrd="4" destOrd="0" presId="urn:microsoft.com/office/officeart/2005/8/layout/vList2"/>
    <dgm:cxn modelId="{A2BA4445-DF79-E048-A95B-346D9422783F}" type="presParOf" srcId="{6F897D1C-0C8B-BC4C-9B3A-0CA0BFA1359F}" destId="{C288F285-379B-1242-8410-FA86EDE0ADD0}" srcOrd="5" destOrd="0" presId="urn:microsoft.com/office/officeart/2005/8/layout/vList2"/>
    <dgm:cxn modelId="{9975C71E-97C8-2B48-A280-7AFC13EF5151}" type="presParOf" srcId="{6F897D1C-0C8B-BC4C-9B3A-0CA0BFA1359F}" destId="{8077A7AF-508E-7A4A-9143-65C6BC3B8857}" srcOrd="6" destOrd="0" presId="urn:microsoft.com/office/officeart/2005/8/layout/vList2"/>
    <dgm:cxn modelId="{5400CEAA-C34E-9F40-9AFE-D0D679C7DC21}" type="presParOf" srcId="{6F897D1C-0C8B-BC4C-9B3A-0CA0BFA1359F}" destId="{F19DEE39-4E14-A743-89A0-2368BF8387DB}" srcOrd="7" destOrd="0" presId="urn:microsoft.com/office/officeart/2005/8/layout/vList2"/>
    <dgm:cxn modelId="{41025E64-5244-454D-81D7-9F1D58D68D70}" type="presParOf" srcId="{6F897D1C-0C8B-BC4C-9B3A-0CA0BFA1359F}" destId="{4EABB5E7-4E00-7543-98A9-7D5A729B003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BCEBD6-0F8F-6344-8480-7950A763A331}">
      <dsp:nvSpPr>
        <dsp:cNvPr id="0" name=""/>
        <dsp:cNvSpPr/>
      </dsp:nvSpPr>
      <dsp:spPr>
        <a:xfrm>
          <a:off x="0" y="40411"/>
          <a:ext cx="8934451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Prepare data	</a:t>
          </a:r>
        </a:p>
      </dsp:txBody>
      <dsp:txXfrm>
        <a:off x="28100" y="68511"/>
        <a:ext cx="8878251" cy="519439"/>
      </dsp:txXfrm>
    </dsp:sp>
    <dsp:sp modelId="{BB6DC88D-C0A1-3D49-8619-13213BBC3579}">
      <dsp:nvSpPr>
        <dsp:cNvPr id="0" name=""/>
        <dsp:cNvSpPr/>
      </dsp:nvSpPr>
      <dsp:spPr>
        <a:xfrm>
          <a:off x="0" y="616051"/>
          <a:ext cx="8934451" cy="968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3669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Historical data from optiondata.org for major tickers from 2013.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Select liquid ticker such as AAPL, set baseline price using B-S formula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Create prediction dataset by defining windows on deviations from B-S</a:t>
          </a:r>
        </a:p>
      </dsp:txBody>
      <dsp:txXfrm>
        <a:off x="0" y="616051"/>
        <a:ext cx="8934451" cy="968760"/>
      </dsp:txXfrm>
    </dsp:sp>
    <dsp:sp modelId="{03B00E2B-43FC-6844-AD54-A7670AFD3ACD}">
      <dsp:nvSpPr>
        <dsp:cNvPr id="0" name=""/>
        <dsp:cNvSpPr/>
      </dsp:nvSpPr>
      <dsp:spPr>
        <a:xfrm>
          <a:off x="0" y="1584811"/>
          <a:ext cx="8934451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Create reservoir</a:t>
          </a:r>
        </a:p>
      </dsp:txBody>
      <dsp:txXfrm>
        <a:off x="28100" y="1612911"/>
        <a:ext cx="8878251" cy="519439"/>
      </dsp:txXfrm>
    </dsp:sp>
    <dsp:sp modelId="{516A9C6A-5315-6F4B-90BE-263A5D54CBDC}">
      <dsp:nvSpPr>
        <dsp:cNvPr id="0" name=""/>
        <dsp:cNvSpPr/>
      </dsp:nvSpPr>
      <dsp:spPr>
        <a:xfrm>
          <a:off x="0" y="2160451"/>
          <a:ext cx="8934451" cy="658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3669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Create reservoir with flexible input memory and washout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Add final classical layer for inference</a:t>
          </a:r>
        </a:p>
      </dsp:txBody>
      <dsp:txXfrm>
        <a:off x="0" y="2160451"/>
        <a:ext cx="8934451" cy="658260"/>
      </dsp:txXfrm>
    </dsp:sp>
    <dsp:sp modelId="{6B2EBAD6-62C7-3C45-85AE-79428A5B7891}">
      <dsp:nvSpPr>
        <dsp:cNvPr id="0" name=""/>
        <dsp:cNvSpPr/>
      </dsp:nvSpPr>
      <dsp:spPr>
        <a:xfrm>
          <a:off x="0" y="2818711"/>
          <a:ext cx="8934451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Results using multiprocessing</a:t>
          </a:r>
        </a:p>
      </dsp:txBody>
      <dsp:txXfrm>
        <a:off x="28100" y="2846811"/>
        <a:ext cx="8878251" cy="519439"/>
      </dsp:txXfrm>
    </dsp:sp>
    <dsp:sp modelId="{4A7452A1-35F5-2943-A828-C69351F171C9}">
      <dsp:nvSpPr>
        <dsp:cNvPr id="0" name=""/>
        <dsp:cNvSpPr/>
      </dsp:nvSpPr>
      <dsp:spPr>
        <a:xfrm>
          <a:off x="0" y="3394351"/>
          <a:ext cx="8934451" cy="658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3669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Train and plot loss curves for different memory sizes, allowed local fields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/>
            <a:t>Interactions modelled by Hamiltonians such as TFIM, Heisenberg model</a:t>
          </a:r>
        </a:p>
      </dsp:txBody>
      <dsp:txXfrm>
        <a:off x="0" y="3394351"/>
        <a:ext cx="8934451" cy="6582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978C79-FAAE-4EA5-8AD2-D6CE0EE95BAD}">
      <dsp:nvSpPr>
        <dsp:cNvPr id="0" name=""/>
        <dsp:cNvSpPr/>
      </dsp:nvSpPr>
      <dsp:spPr>
        <a:xfrm>
          <a:off x="0" y="3055"/>
          <a:ext cx="11059811" cy="6508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85208E-CD3E-4AEC-9BAC-84FE35806D72}">
      <dsp:nvSpPr>
        <dsp:cNvPr id="0" name=""/>
        <dsp:cNvSpPr/>
      </dsp:nvSpPr>
      <dsp:spPr>
        <a:xfrm>
          <a:off x="196870" y="149488"/>
          <a:ext cx="357946" cy="3579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7008B6-07D4-471D-A58B-4B09E4C0D4E4}">
      <dsp:nvSpPr>
        <dsp:cNvPr id="0" name=""/>
        <dsp:cNvSpPr/>
      </dsp:nvSpPr>
      <dsp:spPr>
        <a:xfrm>
          <a:off x="751688" y="3055"/>
          <a:ext cx="10308122" cy="65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878" tIns="68878" rIns="68878" bIns="688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Tweak the prototype to allow access to given dataset</a:t>
          </a:r>
        </a:p>
      </dsp:txBody>
      <dsp:txXfrm>
        <a:off x="751688" y="3055"/>
        <a:ext cx="10308122" cy="650812"/>
      </dsp:txXfrm>
    </dsp:sp>
    <dsp:sp modelId="{2B4D99E9-1706-4EB7-A96A-61D2EBAD46F4}">
      <dsp:nvSpPr>
        <dsp:cNvPr id="0" name=""/>
        <dsp:cNvSpPr/>
      </dsp:nvSpPr>
      <dsp:spPr>
        <a:xfrm>
          <a:off x="0" y="816571"/>
          <a:ext cx="11059811" cy="6508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FC0E14-CCB8-4D9B-8232-C5548AD5BDCD}">
      <dsp:nvSpPr>
        <dsp:cNvPr id="0" name=""/>
        <dsp:cNvSpPr/>
      </dsp:nvSpPr>
      <dsp:spPr>
        <a:xfrm>
          <a:off x="196870" y="963004"/>
          <a:ext cx="357946" cy="3579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EBEEDA-7430-4508-9DF4-68A76CCA291B}">
      <dsp:nvSpPr>
        <dsp:cNvPr id="0" name=""/>
        <dsp:cNvSpPr/>
      </dsp:nvSpPr>
      <dsp:spPr>
        <a:xfrm>
          <a:off x="751688" y="816571"/>
          <a:ext cx="10308122" cy="65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878" tIns="68878" rIns="68878" bIns="688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Tweak training data and window generation</a:t>
          </a:r>
        </a:p>
      </dsp:txBody>
      <dsp:txXfrm>
        <a:off x="751688" y="816571"/>
        <a:ext cx="10308122" cy="650812"/>
      </dsp:txXfrm>
    </dsp:sp>
    <dsp:sp modelId="{8A759808-D7EF-45B0-B998-09C55C91EF0D}">
      <dsp:nvSpPr>
        <dsp:cNvPr id="0" name=""/>
        <dsp:cNvSpPr/>
      </dsp:nvSpPr>
      <dsp:spPr>
        <a:xfrm>
          <a:off x="0" y="1630087"/>
          <a:ext cx="11059811" cy="6508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EB086-551D-40C8-8F10-2F61063A3060}">
      <dsp:nvSpPr>
        <dsp:cNvPr id="0" name=""/>
        <dsp:cNvSpPr/>
      </dsp:nvSpPr>
      <dsp:spPr>
        <a:xfrm>
          <a:off x="196870" y="1776520"/>
          <a:ext cx="357946" cy="3579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BA70C5-AB84-4879-BEBB-FF1C019B5B3E}">
      <dsp:nvSpPr>
        <dsp:cNvPr id="0" name=""/>
        <dsp:cNvSpPr/>
      </dsp:nvSpPr>
      <dsp:spPr>
        <a:xfrm>
          <a:off x="751688" y="1630087"/>
          <a:ext cx="10308122" cy="65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878" tIns="68878" rIns="68878" bIns="688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Train reservoir+MLP on all available feature windows without NaN</a:t>
          </a:r>
        </a:p>
      </dsp:txBody>
      <dsp:txXfrm>
        <a:off x="751688" y="1630087"/>
        <a:ext cx="10308122" cy="650812"/>
      </dsp:txXfrm>
    </dsp:sp>
    <dsp:sp modelId="{5B659445-9090-4684-A38D-BB015B38191F}">
      <dsp:nvSpPr>
        <dsp:cNvPr id="0" name=""/>
        <dsp:cNvSpPr/>
      </dsp:nvSpPr>
      <dsp:spPr>
        <a:xfrm>
          <a:off x="0" y="2443603"/>
          <a:ext cx="11059811" cy="6508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7C8297-E86F-4967-B56D-797ADE16C817}">
      <dsp:nvSpPr>
        <dsp:cNvPr id="0" name=""/>
        <dsp:cNvSpPr/>
      </dsp:nvSpPr>
      <dsp:spPr>
        <a:xfrm>
          <a:off x="196870" y="2590035"/>
          <a:ext cx="357946" cy="3579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C5E430-CC2E-4A8C-840F-65731A53CA8A}">
      <dsp:nvSpPr>
        <dsp:cNvPr id="0" name=""/>
        <dsp:cNvSpPr/>
      </dsp:nvSpPr>
      <dsp:spPr>
        <a:xfrm>
          <a:off x="751688" y="2443603"/>
          <a:ext cx="10308122" cy="65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878" tIns="68878" rIns="68878" bIns="688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Predict Nan values using </a:t>
          </a:r>
          <a:r>
            <a:rPr lang="en-US" sz="1900" kern="1200" dirty="0" err="1"/>
            <a:t>reservoir+MLP</a:t>
          </a:r>
          <a:endParaRPr lang="en-US" sz="1900" kern="1200" dirty="0"/>
        </a:p>
      </dsp:txBody>
      <dsp:txXfrm>
        <a:off x="751688" y="2443603"/>
        <a:ext cx="10308122" cy="650812"/>
      </dsp:txXfrm>
    </dsp:sp>
    <dsp:sp modelId="{5C6AF5FF-7811-4F08-B292-03E68614909A}">
      <dsp:nvSpPr>
        <dsp:cNvPr id="0" name=""/>
        <dsp:cNvSpPr/>
      </dsp:nvSpPr>
      <dsp:spPr>
        <a:xfrm>
          <a:off x="0" y="3257118"/>
          <a:ext cx="11059811" cy="6508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7EECF6-FA99-4C53-A281-4FA0ED050577}">
      <dsp:nvSpPr>
        <dsp:cNvPr id="0" name=""/>
        <dsp:cNvSpPr/>
      </dsp:nvSpPr>
      <dsp:spPr>
        <a:xfrm>
          <a:off x="196870" y="3403551"/>
          <a:ext cx="357946" cy="35794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78B04-E3CB-4739-8307-0C39C5C78F97}">
      <dsp:nvSpPr>
        <dsp:cNvPr id="0" name=""/>
        <dsp:cNvSpPr/>
      </dsp:nvSpPr>
      <dsp:spPr>
        <a:xfrm>
          <a:off x="751688" y="3257118"/>
          <a:ext cx="10308122" cy="65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878" tIns="68878" rIns="68878" bIns="688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Generate imputed dataset</a:t>
          </a:r>
        </a:p>
      </dsp:txBody>
      <dsp:txXfrm>
        <a:off x="751688" y="3257118"/>
        <a:ext cx="10308122" cy="6508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492166-0A4A-FA48-BA1B-857A049A9494}">
      <dsp:nvSpPr>
        <dsp:cNvPr id="0" name=""/>
        <dsp:cNvSpPr/>
      </dsp:nvSpPr>
      <dsp:spPr>
        <a:xfrm>
          <a:off x="0" y="1245"/>
          <a:ext cx="10236707" cy="77510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Explore </a:t>
          </a:r>
          <a:r>
            <a:rPr lang="en-US" sz="2000" kern="1200" dirty="0" err="1"/>
            <a:t>behaviour</a:t>
          </a:r>
          <a:r>
            <a:rPr lang="en-US" sz="2000" kern="1200" dirty="0"/>
            <a:t> on noisy circuits</a:t>
          </a:r>
        </a:p>
      </dsp:txBody>
      <dsp:txXfrm>
        <a:off x="37838" y="39083"/>
        <a:ext cx="10161031" cy="699430"/>
      </dsp:txXfrm>
    </dsp:sp>
    <dsp:sp modelId="{BD694948-F789-E344-A86A-99AC71B6EC9E}">
      <dsp:nvSpPr>
        <dsp:cNvPr id="0" name=""/>
        <dsp:cNvSpPr/>
      </dsp:nvSpPr>
      <dsp:spPr>
        <a:xfrm>
          <a:off x="0" y="790399"/>
          <a:ext cx="10236707" cy="77510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Training over multiple greeks and macro-economic data in addition to time-series for inference</a:t>
          </a:r>
        </a:p>
      </dsp:txBody>
      <dsp:txXfrm>
        <a:off x="37838" y="828237"/>
        <a:ext cx="10161031" cy="699430"/>
      </dsp:txXfrm>
    </dsp:sp>
    <dsp:sp modelId="{5C464CFD-3148-604A-B342-4DF078FA35CC}">
      <dsp:nvSpPr>
        <dsp:cNvPr id="0" name=""/>
        <dsp:cNvSpPr/>
      </dsp:nvSpPr>
      <dsp:spPr>
        <a:xfrm>
          <a:off x="0" y="1579554"/>
          <a:ext cx="10236707" cy="77510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reuploading and injection, increasing data qubits or data persistence</a:t>
          </a:r>
        </a:p>
      </dsp:txBody>
      <dsp:txXfrm>
        <a:off x="37838" y="1617392"/>
        <a:ext cx="10161031" cy="699430"/>
      </dsp:txXfrm>
    </dsp:sp>
    <dsp:sp modelId="{8077A7AF-508E-7A4A-9143-65C6BC3B8857}">
      <dsp:nvSpPr>
        <dsp:cNvPr id="0" name=""/>
        <dsp:cNvSpPr/>
      </dsp:nvSpPr>
      <dsp:spPr>
        <a:xfrm>
          <a:off x="0" y="2368708"/>
          <a:ext cx="10236707" cy="775106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Effect of chaotic vs integrable vs localized Hamiltonians in interaction phase</a:t>
          </a:r>
        </a:p>
      </dsp:txBody>
      <dsp:txXfrm>
        <a:off x="37838" y="2406546"/>
        <a:ext cx="10161031" cy="699430"/>
      </dsp:txXfrm>
    </dsp:sp>
    <dsp:sp modelId="{4EABB5E7-4E00-7543-98A9-7D5A729B003A}">
      <dsp:nvSpPr>
        <dsp:cNvPr id="0" name=""/>
        <dsp:cNvSpPr/>
      </dsp:nvSpPr>
      <dsp:spPr>
        <a:xfrm>
          <a:off x="0" y="3157863"/>
          <a:ext cx="10236707" cy="775106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Conversion to popular SDKs such as qiskit and pennylane</a:t>
          </a:r>
        </a:p>
      </dsp:txBody>
      <dsp:txXfrm>
        <a:off x="37838" y="3195701"/>
        <a:ext cx="10161031" cy="699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663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7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463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275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642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2666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36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6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370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667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76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fld id="{1C8322F6-1C60-46CF-968C-BC20E470F443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605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3AB9E1-499E-41EB-A74E-905920CCD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782" y="0"/>
            <a:ext cx="1219878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CCFAB6-AEDD-8D1C-DAD7-C02317AC5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0601" y="4840264"/>
            <a:ext cx="8044280" cy="1215547"/>
          </a:xfrm>
        </p:spPr>
        <p:txBody>
          <a:bodyPr anchor="ctr">
            <a:normAutofit/>
          </a:bodyPr>
          <a:lstStyle/>
          <a:p>
            <a:r>
              <a:rPr lang="en-US" sz="3700" dirty="0"/>
              <a:t>Effect of reservoir memory on learning options price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B8520-EE0A-99FF-40F7-16C861578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89720" y="4753342"/>
            <a:ext cx="2519973" cy="1389390"/>
          </a:xfrm>
        </p:spPr>
        <p:txBody>
          <a:bodyPr anchor="ctr">
            <a:normAutofit/>
          </a:bodyPr>
          <a:lstStyle/>
          <a:p>
            <a:r>
              <a:rPr lang="en-US"/>
              <a:t>Harshit Verma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A1A0BF-88B9-6FEE-FA4A-2B94018C8E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697" b="30123"/>
          <a:stretch>
            <a:fillRect/>
          </a:stretch>
        </p:blipFill>
        <p:spPr>
          <a:xfrm>
            <a:off x="-6781" y="1"/>
            <a:ext cx="12198782" cy="404212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EA40C4-6B9E-4B9E-8CDF-A0C572462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5869" y="4610607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54810C-5CC0-45D3-BD8F-C4407F92F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7300" y="4610607"/>
            <a:ext cx="0" cy="16748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E458AAC-F667-498F-A263-A8C7AB4FC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1819" y="6289514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305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6AAF4-A4A6-CD7A-DDD0-B323AD15C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time series data</a:t>
            </a:r>
          </a:p>
        </p:txBody>
      </p:sp>
      <p:pic>
        <p:nvPicPr>
          <p:cNvPr id="7" name="Picture 6" descr="A diagram of a decode&#10;&#10;Description automatically generated">
            <a:extLst>
              <a:ext uri="{FF2B5EF4-FFF2-40B4-BE49-F238E27FC236}">
                <a16:creationId xmlns:a16="http://schemas.microsoft.com/office/drawing/2014/main" id="{AB8EA8DB-4746-3417-CEC0-693227734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100" y="2049848"/>
            <a:ext cx="7772400" cy="1583424"/>
          </a:xfrm>
          <a:prstGeom prst="rect">
            <a:avLst/>
          </a:prstGeom>
        </p:spPr>
      </p:pic>
      <p:pic>
        <p:nvPicPr>
          <p:cNvPr id="11" name="Picture 10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58A20F72-7175-6A04-A5B2-FD01768D9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100" y="3787650"/>
            <a:ext cx="7772400" cy="22585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7EB158-2A9F-AF01-51A0-858A88E6A827}"/>
              </a:ext>
            </a:extLst>
          </p:cNvPr>
          <p:cNvSpPr txBox="1"/>
          <p:nvPr/>
        </p:nvSpPr>
        <p:spPr>
          <a:xfrm>
            <a:off x="571500" y="6386513"/>
            <a:ext cx="8156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 err="1"/>
              <a:t>QuantumReservoirPy</a:t>
            </a:r>
            <a:r>
              <a:rPr lang="en-US" dirty="0"/>
              <a:t>: A Software Package for Time Series Prediction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F91773-A603-7274-9F2C-27D1C86AC45F}"/>
              </a:ext>
            </a:extLst>
          </p:cNvPr>
          <p:cNvSpPr txBox="1"/>
          <p:nvPr/>
        </p:nvSpPr>
        <p:spPr>
          <a:xfrm>
            <a:off x="326238" y="2656894"/>
            <a:ext cx="3521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Reservoir computing schematic: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2F3E4F-9526-C609-504B-8B3920FFA080}"/>
              </a:ext>
            </a:extLst>
          </p:cNvPr>
          <p:cNvSpPr txBox="1"/>
          <p:nvPr/>
        </p:nvSpPr>
        <p:spPr>
          <a:xfrm>
            <a:off x="410321" y="4732272"/>
            <a:ext cx="2698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Considered architecture</a:t>
            </a:r>
          </a:p>
        </p:txBody>
      </p:sp>
    </p:spTree>
    <p:extLst>
      <p:ext uri="{BB962C8B-B14F-4D97-AF65-F5344CB8AC3E}">
        <p14:creationId xmlns:p14="http://schemas.microsoft.com/office/powerpoint/2010/main" val="2180375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C4C85-D6C1-187F-F154-A71D3D0B1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options price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74E9AAE-69DC-A979-7623-E83E49DA44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7682879"/>
              </p:ext>
            </p:extLst>
          </p:nvPr>
        </p:nvGraphicFramePr>
        <p:xfrm>
          <a:off x="571499" y="2075688"/>
          <a:ext cx="8934451" cy="4093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639472DB-33FA-A6E9-4E9C-6E80F4056BD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3946" r="55760"/>
          <a:stretch/>
        </p:blipFill>
        <p:spPr>
          <a:xfrm>
            <a:off x="9886951" y="1836150"/>
            <a:ext cx="1534810" cy="433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44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33937-FE7A-F332-1121-D24513676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with varied memory – large random fields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9AFFE4-A57E-3EBD-6FFC-EBC6F9F03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68066"/>
            <a:ext cx="5276575" cy="35088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31ECFC-6B61-BF74-8C86-7CE6F86FE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761" y="2168066"/>
            <a:ext cx="5875810" cy="350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99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30CB-60A4-0A2A-F92F-077058F4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Main task: imputing provided time series data for </a:t>
            </a:r>
            <a:r>
              <a:rPr lang="en-US" sz="2800" dirty="0" err="1"/>
              <a:t>swapoptions</a:t>
            </a:r>
            <a:endParaRPr lang="en-US" sz="28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8EF766-5352-ED0C-1354-42128764D7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9529853"/>
              </p:ext>
            </p:extLst>
          </p:nvPr>
        </p:nvGraphicFramePr>
        <p:xfrm>
          <a:off x="571499" y="2075688"/>
          <a:ext cx="11059811" cy="3910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9133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4314D2-D2A1-4CD8-AC61-D3A862409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5E9B2-0D1A-6AD0-F814-DBE710747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789567"/>
            <a:ext cx="11110405" cy="1054864"/>
          </a:xfrm>
        </p:spPr>
        <p:txBody>
          <a:bodyPr anchor="t">
            <a:normAutofit/>
          </a:bodyPr>
          <a:lstStyle/>
          <a:p>
            <a:r>
              <a:rPr lang="en-US" dirty="0"/>
              <a:t>Future outlook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89C9033-50A6-4C0D-A434-1DA417B55C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567751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E77119D-632B-44FE-918A-65D2788D0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04602F-21D7-4C79-5D08-837EC99F59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520176"/>
              </p:ext>
            </p:extLst>
          </p:nvPr>
        </p:nvGraphicFramePr>
        <p:xfrm>
          <a:off x="571501" y="1936417"/>
          <a:ext cx="10236707" cy="3934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242634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lignment">
      <a:dk1>
        <a:sysClr val="windowText" lastClr="000000"/>
      </a:dk1>
      <a:lt1>
        <a:sysClr val="window" lastClr="FFFFFF"/>
      </a:lt1>
      <a:dk2>
        <a:srgbClr val="3B3D38"/>
      </a:dk2>
      <a:lt2>
        <a:srgbClr val="F7F2EE"/>
      </a:lt2>
      <a:accent1>
        <a:srgbClr val="928A63"/>
      </a:accent1>
      <a:accent2>
        <a:srgbClr val="B57B6B"/>
      </a:accent2>
      <a:accent3>
        <a:srgbClr val="9E8484"/>
      </a:accent3>
      <a:accent4>
        <a:srgbClr val="7C8A75"/>
      </a:accent4>
      <a:accent5>
        <a:srgbClr val="8C8578"/>
      </a:accent5>
      <a:accent6>
        <a:srgbClr val="A18563"/>
      </a:accent6>
      <a:hlink>
        <a:srgbClr val="B57B6B"/>
      </a:hlink>
      <a:folHlink>
        <a:srgbClr val="7C8A75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219</Words>
  <Application>Microsoft Macintosh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Batang</vt:lpstr>
      <vt:lpstr>Arial</vt:lpstr>
      <vt:lpstr>Avenir Next LT Pro Light</vt:lpstr>
      <vt:lpstr>AlignmentVTI</vt:lpstr>
      <vt:lpstr>Effect of reservoir memory on learning options price</vt:lpstr>
      <vt:lpstr>Predicting time series data</vt:lpstr>
      <vt:lpstr>Predicting options price</vt:lpstr>
      <vt:lpstr>Results with varied memory – large random fields</vt:lpstr>
      <vt:lpstr>Main task: imputing provided time series data for swapoptions</vt:lpstr>
      <vt:lpstr>Future 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Verma Harshit</dc:creator>
  <cp:lastModifiedBy>Verma Harshit</cp:lastModifiedBy>
  <cp:revision>5</cp:revision>
  <dcterms:created xsi:type="dcterms:W3CDTF">2025-11-28T12:58:37Z</dcterms:created>
  <dcterms:modified xsi:type="dcterms:W3CDTF">2025-11-28T19:33:57Z</dcterms:modified>
</cp:coreProperties>
</file>